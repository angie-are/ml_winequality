
<file path=[Content_Types].xml><?xml version="1.0" encoding="utf-8"?>
<Types xmlns="http://schemas.openxmlformats.org/package/2006/content-types">
  <Default Extension="jpeg" ContentType="image/jpeg"/>
  <Default Extension="jp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2"/>
  </p:notesMasterIdLst>
  <p:handoutMasterIdLst>
    <p:handoutMasterId r:id="rId13"/>
  </p:handoutMasterIdLst>
  <p:sldIdLst>
    <p:sldId id="279" r:id="rId5"/>
    <p:sldId id="287" r:id="rId6"/>
    <p:sldId id="288" r:id="rId7"/>
    <p:sldId id="289" r:id="rId8"/>
    <p:sldId id="271" r:id="rId9"/>
    <p:sldId id="273" r:id="rId10"/>
    <p:sldId id="274" r:id="rId11"/>
  </p:sldIdLst>
  <p:sldSz cx="12188825" cy="6858000"/>
  <p:notesSz cx="6858000" cy="9144000"/>
  <p:defaultTextStyle>
    <a:defPPr rtl="0">
      <a:defRPr lang="es-e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6"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03447BB-5D67-496B-8E87-E561075AD55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280" autoAdjust="0"/>
  </p:normalViewPr>
  <p:slideViewPr>
    <p:cSldViewPr>
      <p:cViewPr varScale="1">
        <p:scale>
          <a:sx n="82" d="100"/>
          <a:sy n="82" d="100"/>
        </p:scale>
        <p:origin x="108" y="834"/>
      </p:cViewPr>
      <p:guideLst>
        <p:guide orient="horz" pos="2160"/>
        <p:guide pos="3839"/>
      </p:guideLst>
    </p:cSldViewPr>
  </p:slideViewPr>
  <p:notesTextViewPr>
    <p:cViewPr>
      <p:scale>
        <a:sx n="1" d="1"/>
        <a:sy n="1" d="1"/>
      </p:scale>
      <p:origin x="0" y="0"/>
    </p:cViewPr>
  </p:notesTextViewPr>
  <p:notesViewPr>
    <p:cSldViewPr showGuides="1">
      <p:cViewPr varScale="1">
        <p:scale>
          <a:sx n="88" d="100"/>
          <a:sy n="88" d="100"/>
        </p:scale>
        <p:origin x="3024" y="6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rtl="0">
              <a:defRPr sz="1200"/>
            </a:lvl1pPr>
          </a:lstStyle>
          <a:p>
            <a:pPr rtl="0"/>
            <a:endParaRPr lang="es-ES" dirty="0"/>
          </a:p>
        </p:txBody>
      </p:sp>
      <p:sp>
        <p:nvSpPr>
          <p:cNvPr id="3" name="Marcador de posición de fecha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l" rtl="0">
              <a:defRPr sz="1200"/>
            </a:lvl1pPr>
          </a:lstStyle>
          <a:p>
            <a:pPr algn="r" rtl="0"/>
            <a:fld id="{17011C6F-C288-409C-AD48-1488E38FD8A8}" type="datetime1">
              <a:rPr lang="es-ES" smtClean="0"/>
              <a:t>26/05/2025</a:t>
            </a:fld>
            <a:endParaRPr lang="es-ES" dirty="0"/>
          </a:p>
        </p:txBody>
      </p:sp>
      <p:sp>
        <p:nvSpPr>
          <p:cNvPr id="4" name="Marcador de posición de pie de página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rtl="0">
              <a:defRPr sz="1200"/>
            </a:lvl1pPr>
          </a:lstStyle>
          <a:p>
            <a:pPr rtl="0"/>
            <a:endParaRPr lang="es-ES" dirty="0"/>
          </a:p>
        </p:txBody>
      </p:sp>
      <p:sp>
        <p:nvSpPr>
          <p:cNvPr id="5" name="Marcador de posición de número de diapositiva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l" rtl="0">
              <a:defRPr sz="1200"/>
            </a:lvl1pPr>
          </a:lstStyle>
          <a:p>
            <a:pPr algn="r" rtl="0"/>
            <a:fld id="{DA52D9BF-D574-4807-B36C-9E2A025BE826}" type="slidenum">
              <a:rPr lang="es-ES" smtClean="0"/>
              <a:pPr algn="r" rtl="0"/>
              <a:t>‹Nº›</a:t>
            </a:fld>
            <a:endParaRPr lang="es-ES" dirty="0"/>
          </a:p>
        </p:txBody>
      </p:sp>
    </p:spTree>
    <p:extLst>
      <p:ext uri="{BB962C8B-B14F-4D97-AF65-F5344CB8AC3E}">
        <p14:creationId xmlns:p14="http://schemas.microsoft.com/office/powerpoint/2010/main" val="23067921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rtl="0">
              <a:defRPr sz="1200"/>
            </a:lvl1pPr>
          </a:lstStyle>
          <a:p>
            <a:pPr rtl="0"/>
            <a:endParaRPr lang="es-ES" noProof="0" dirty="0"/>
          </a:p>
        </p:txBody>
      </p:sp>
      <p:sp>
        <p:nvSpPr>
          <p:cNvPr id="3" name="Marcador de posición de fecha 2"/>
          <p:cNvSpPr>
            <a:spLocks noGrp="1"/>
          </p:cNvSpPr>
          <p:nvPr>
            <p:ph type="dt" idx="1"/>
          </p:nvPr>
        </p:nvSpPr>
        <p:spPr>
          <a:xfrm>
            <a:off x="3884613" y="0"/>
            <a:ext cx="2971800" cy="457200"/>
          </a:xfrm>
          <a:prstGeom prst="rect">
            <a:avLst/>
          </a:prstGeom>
        </p:spPr>
        <p:txBody>
          <a:bodyPr vert="horz" lIns="91440" tIns="45720" rIns="91440" bIns="45720" rtlCol="0"/>
          <a:lstStyle>
            <a:lvl1pPr algn="r" rtl="0">
              <a:defRPr sz="1200"/>
            </a:lvl1pPr>
          </a:lstStyle>
          <a:p>
            <a:fld id="{993C7A80-60A9-45CE-8B7E-3428BB3E7EEE}" type="datetime1">
              <a:rPr lang="es-ES" noProof="0" smtClean="0"/>
              <a:pPr/>
              <a:t>26/05/2025</a:t>
            </a:fld>
            <a:endParaRPr lang="es-ES" noProof="0" dirty="0"/>
          </a:p>
        </p:txBody>
      </p:sp>
      <p:sp>
        <p:nvSpPr>
          <p:cNvPr id="4" name="Marcador de posición de imagen de diapositiva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rtl="0"/>
            <a:endParaRPr lang="es-ES" noProof="0" dirty="0"/>
          </a:p>
        </p:txBody>
      </p:sp>
      <p:sp>
        <p:nvSpPr>
          <p:cNvPr id="5" name="Marcador de posición de nota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rtl="0"/>
            <a:r>
              <a:rPr lang="es-ES" noProof="0" dirty="0"/>
              <a:t>Haga clic para modificar el estilo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6" name="Marcador de posición de pie de pá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rtl="0">
              <a:defRPr sz="1200"/>
            </a:lvl1pPr>
          </a:lstStyle>
          <a:p>
            <a:pPr rtl="0"/>
            <a:endParaRPr lang="es-ES" noProof="0" dirty="0"/>
          </a:p>
        </p:txBody>
      </p:sp>
      <p:sp>
        <p:nvSpPr>
          <p:cNvPr id="7" name="Marcador de posición de número de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rtl="0">
              <a:defRPr sz="1200"/>
            </a:lvl1pPr>
          </a:lstStyle>
          <a:p>
            <a:fld id="{9E11EC53-F507-411E-9ADC-FBCFECE09D3D}" type="slidenum">
              <a:rPr lang="es-ES" noProof="0" smtClean="0"/>
              <a:pPr/>
              <a:t>‹Nº›</a:t>
            </a:fld>
            <a:endParaRPr lang="es-ES" noProof="0" dirty="0"/>
          </a:p>
        </p:txBody>
      </p:sp>
    </p:spTree>
    <p:extLst>
      <p:ext uri="{BB962C8B-B14F-4D97-AF65-F5344CB8AC3E}">
        <p14:creationId xmlns:p14="http://schemas.microsoft.com/office/powerpoint/2010/main" val="758182631"/>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9E11EC53-F507-411E-9ADC-FBCFECE09D3D}" type="slidenum">
              <a:rPr lang="es-ES" noProof="0" smtClean="0"/>
              <a:pPr/>
              <a:t>1</a:t>
            </a:fld>
            <a:endParaRPr lang="es-ES" noProof="0" dirty="0"/>
          </a:p>
        </p:txBody>
      </p:sp>
    </p:spTree>
    <p:extLst>
      <p:ext uri="{BB962C8B-B14F-4D97-AF65-F5344CB8AC3E}">
        <p14:creationId xmlns:p14="http://schemas.microsoft.com/office/powerpoint/2010/main" val="541279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9E11EC53-F507-411E-9ADC-FBCFECE09D3D}" type="slidenum">
              <a:rPr lang="es-ES" noProof="0" smtClean="0"/>
              <a:pPr/>
              <a:t>2</a:t>
            </a:fld>
            <a:endParaRPr lang="es-ES" noProof="0" dirty="0"/>
          </a:p>
        </p:txBody>
      </p:sp>
    </p:spTree>
    <p:extLst>
      <p:ext uri="{BB962C8B-B14F-4D97-AF65-F5344CB8AC3E}">
        <p14:creationId xmlns:p14="http://schemas.microsoft.com/office/powerpoint/2010/main" val="15962377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9E11EC53-F507-411E-9ADC-FBCFECE09D3D}" type="slidenum">
              <a:rPr lang="es-ES" noProof="0" smtClean="0"/>
              <a:pPr/>
              <a:t>3</a:t>
            </a:fld>
            <a:endParaRPr lang="es-ES" noProof="0" dirty="0"/>
          </a:p>
        </p:txBody>
      </p:sp>
    </p:spTree>
    <p:extLst>
      <p:ext uri="{BB962C8B-B14F-4D97-AF65-F5344CB8AC3E}">
        <p14:creationId xmlns:p14="http://schemas.microsoft.com/office/powerpoint/2010/main" val="14580492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9E11EC53-F507-411E-9ADC-FBCFECE09D3D}" type="slidenum">
              <a:rPr lang="es-ES" noProof="0" smtClean="0"/>
              <a:pPr/>
              <a:t>4</a:t>
            </a:fld>
            <a:endParaRPr lang="es-ES" noProof="0" dirty="0"/>
          </a:p>
        </p:txBody>
      </p:sp>
    </p:spTree>
    <p:extLst>
      <p:ext uri="{BB962C8B-B14F-4D97-AF65-F5344CB8AC3E}">
        <p14:creationId xmlns:p14="http://schemas.microsoft.com/office/powerpoint/2010/main" val="6041989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9E11EC53-F507-411E-9ADC-FBCFECE09D3D}" type="slidenum">
              <a:rPr lang="es-ES" noProof="0" smtClean="0"/>
              <a:pPr/>
              <a:t>5</a:t>
            </a:fld>
            <a:endParaRPr lang="es-ES" noProof="0" dirty="0"/>
          </a:p>
        </p:txBody>
      </p:sp>
    </p:spTree>
    <p:extLst>
      <p:ext uri="{BB962C8B-B14F-4D97-AF65-F5344CB8AC3E}">
        <p14:creationId xmlns:p14="http://schemas.microsoft.com/office/powerpoint/2010/main" val="9303775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9E11EC53-F507-411E-9ADC-FBCFECE09D3D}" type="slidenum">
              <a:rPr lang="es-ES" noProof="0" smtClean="0"/>
              <a:pPr/>
              <a:t>6</a:t>
            </a:fld>
            <a:endParaRPr lang="es-ES" noProof="0" dirty="0"/>
          </a:p>
        </p:txBody>
      </p:sp>
    </p:spTree>
    <p:extLst>
      <p:ext uri="{BB962C8B-B14F-4D97-AF65-F5344CB8AC3E}">
        <p14:creationId xmlns:p14="http://schemas.microsoft.com/office/powerpoint/2010/main" val="40465305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9E11EC53-F507-411E-9ADC-FBCFECE09D3D}" type="slidenum">
              <a:rPr lang="es-ES" noProof="0" smtClean="0"/>
              <a:pPr/>
              <a:t>7</a:t>
            </a:fld>
            <a:endParaRPr lang="es-ES" noProof="0" dirty="0"/>
          </a:p>
        </p:txBody>
      </p:sp>
    </p:spTree>
    <p:extLst>
      <p:ext uri="{BB962C8B-B14F-4D97-AF65-F5344CB8AC3E}">
        <p14:creationId xmlns:p14="http://schemas.microsoft.com/office/powerpoint/2010/main" val="20384878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8" name="Triángulo isósceles 5"/>
          <p:cNvSpPr/>
          <p:nvPr/>
        </p:nvSpPr>
        <p:spPr>
          <a:xfrm>
            <a:off x="-1607" y="-1115"/>
            <a:ext cx="12190403" cy="6863692"/>
          </a:xfrm>
          <a:custGeom>
            <a:avLst/>
            <a:gdLst/>
            <a:ahLst/>
            <a:cxnLst/>
            <a:rect l="l" t="t" r="r" b="b"/>
            <a:pathLst>
              <a:path w="9145184" h="5147769">
                <a:moveTo>
                  <a:pt x="4573206" y="2611793"/>
                </a:moveTo>
                <a:lnTo>
                  <a:pt x="4673081" y="5144337"/>
                </a:lnTo>
                <a:lnTo>
                  <a:pt x="4473331" y="5144337"/>
                </a:lnTo>
                <a:close/>
                <a:moveTo>
                  <a:pt x="4571642" y="2577669"/>
                </a:moveTo>
                <a:lnTo>
                  <a:pt x="4568842" y="2582993"/>
                </a:lnTo>
                <a:lnTo>
                  <a:pt x="4572592" y="2595063"/>
                </a:lnTo>
                <a:lnTo>
                  <a:pt x="4576342" y="2582993"/>
                </a:lnTo>
                <a:lnTo>
                  <a:pt x="4573542" y="2577669"/>
                </a:lnTo>
                <a:lnTo>
                  <a:pt x="4576527" y="2582398"/>
                </a:lnTo>
                <a:lnTo>
                  <a:pt x="4577948" y="2577822"/>
                </a:lnTo>
                <a:lnTo>
                  <a:pt x="4576812" y="2582849"/>
                </a:lnTo>
                <a:lnTo>
                  <a:pt x="6195680" y="5147769"/>
                </a:lnTo>
                <a:lnTo>
                  <a:pt x="5925258" y="5147769"/>
                </a:lnTo>
                <a:lnTo>
                  <a:pt x="4576648" y="2583574"/>
                </a:lnTo>
                <a:lnTo>
                  <a:pt x="4573436" y="2597778"/>
                </a:lnTo>
                <a:lnTo>
                  <a:pt x="5365626" y="5147732"/>
                </a:lnTo>
                <a:lnTo>
                  <a:pt x="5148352" y="5147731"/>
                </a:lnTo>
                <a:lnTo>
                  <a:pt x="4572592" y="2601509"/>
                </a:lnTo>
                <a:lnTo>
                  <a:pt x="3996832" y="5147731"/>
                </a:lnTo>
                <a:lnTo>
                  <a:pt x="3779558" y="5147732"/>
                </a:lnTo>
                <a:lnTo>
                  <a:pt x="4571749" y="2597778"/>
                </a:lnTo>
                <a:lnTo>
                  <a:pt x="4568537" y="2583574"/>
                </a:lnTo>
                <a:lnTo>
                  <a:pt x="3219926" y="5147769"/>
                </a:lnTo>
                <a:lnTo>
                  <a:pt x="2949504" y="5147769"/>
                </a:lnTo>
                <a:lnTo>
                  <a:pt x="4568373" y="2582849"/>
                </a:lnTo>
                <a:lnTo>
                  <a:pt x="4567236" y="2577822"/>
                </a:lnTo>
                <a:lnTo>
                  <a:pt x="4568658" y="2582398"/>
                </a:lnTo>
                <a:close/>
                <a:moveTo>
                  <a:pt x="4575557" y="2575085"/>
                </a:moveTo>
                <a:lnTo>
                  <a:pt x="7359080" y="5147393"/>
                </a:lnTo>
                <a:lnTo>
                  <a:pt x="6952676" y="5147393"/>
                </a:lnTo>
                <a:close/>
                <a:moveTo>
                  <a:pt x="4569627" y="2575085"/>
                </a:moveTo>
                <a:lnTo>
                  <a:pt x="2192508" y="5147393"/>
                </a:lnTo>
                <a:lnTo>
                  <a:pt x="1786104" y="5147393"/>
                </a:lnTo>
                <a:close/>
                <a:moveTo>
                  <a:pt x="4575024" y="2574459"/>
                </a:moveTo>
                <a:lnTo>
                  <a:pt x="4578940" y="2575344"/>
                </a:lnTo>
                <a:lnTo>
                  <a:pt x="4578048" y="2574781"/>
                </a:lnTo>
                <a:lnTo>
                  <a:pt x="4579253" y="2575415"/>
                </a:lnTo>
                <a:lnTo>
                  <a:pt x="9145184" y="3607878"/>
                </a:lnTo>
                <a:lnTo>
                  <a:pt x="9145184" y="3994264"/>
                </a:lnTo>
                <a:lnTo>
                  <a:pt x="4580914" y="2576289"/>
                </a:lnTo>
                <a:lnTo>
                  <a:pt x="9144554" y="4976484"/>
                </a:lnTo>
                <a:lnTo>
                  <a:pt x="9144554" y="5147483"/>
                </a:lnTo>
                <a:lnTo>
                  <a:pt x="8654212" y="5147483"/>
                </a:lnTo>
                <a:lnTo>
                  <a:pt x="4579973" y="2575996"/>
                </a:lnTo>
                <a:close/>
                <a:moveTo>
                  <a:pt x="4570160" y="2574459"/>
                </a:moveTo>
                <a:lnTo>
                  <a:pt x="4565211" y="2575996"/>
                </a:lnTo>
                <a:lnTo>
                  <a:pt x="490972" y="5147483"/>
                </a:lnTo>
                <a:lnTo>
                  <a:pt x="629" y="5147483"/>
                </a:lnTo>
                <a:lnTo>
                  <a:pt x="630" y="4976484"/>
                </a:lnTo>
                <a:lnTo>
                  <a:pt x="4564270" y="2576289"/>
                </a:lnTo>
                <a:lnTo>
                  <a:pt x="0" y="3994264"/>
                </a:lnTo>
                <a:lnTo>
                  <a:pt x="0" y="3607878"/>
                </a:lnTo>
                <a:lnTo>
                  <a:pt x="4565931" y="2575415"/>
                </a:lnTo>
                <a:lnTo>
                  <a:pt x="4567137" y="2574781"/>
                </a:lnTo>
                <a:lnTo>
                  <a:pt x="4566244" y="2575344"/>
                </a:lnTo>
                <a:close/>
                <a:moveTo>
                  <a:pt x="630" y="286"/>
                </a:moveTo>
                <a:lnTo>
                  <a:pt x="490972" y="286"/>
                </a:lnTo>
                <a:lnTo>
                  <a:pt x="4565212" y="2571773"/>
                </a:lnTo>
                <a:lnTo>
                  <a:pt x="4567326" y="2572430"/>
                </a:lnTo>
                <a:lnTo>
                  <a:pt x="4569443" y="2572513"/>
                </a:lnTo>
                <a:lnTo>
                  <a:pt x="1786104" y="376"/>
                </a:lnTo>
                <a:lnTo>
                  <a:pt x="2192508" y="376"/>
                </a:lnTo>
                <a:lnTo>
                  <a:pt x="4569471" y="2572514"/>
                </a:lnTo>
                <a:lnTo>
                  <a:pt x="4571301" y="2572587"/>
                </a:lnTo>
                <a:lnTo>
                  <a:pt x="4569599" y="2572654"/>
                </a:lnTo>
                <a:lnTo>
                  <a:pt x="4569627" y="2572684"/>
                </a:lnTo>
                <a:lnTo>
                  <a:pt x="4569595" y="2572654"/>
                </a:lnTo>
                <a:lnTo>
                  <a:pt x="4568222" y="2572708"/>
                </a:lnTo>
                <a:lnTo>
                  <a:pt x="4570160" y="2573310"/>
                </a:lnTo>
                <a:lnTo>
                  <a:pt x="4567604" y="2572732"/>
                </a:lnTo>
                <a:lnTo>
                  <a:pt x="4566783" y="2572765"/>
                </a:lnTo>
                <a:lnTo>
                  <a:pt x="4567137" y="2572988"/>
                </a:lnTo>
                <a:lnTo>
                  <a:pt x="4566717" y="2572767"/>
                </a:lnTo>
                <a:lnTo>
                  <a:pt x="1205" y="2752816"/>
                </a:lnTo>
                <a:lnTo>
                  <a:pt x="1205" y="2392358"/>
                </a:lnTo>
                <a:lnTo>
                  <a:pt x="4565974" y="2572377"/>
                </a:lnTo>
                <a:lnTo>
                  <a:pt x="4565931" y="2572354"/>
                </a:lnTo>
                <a:lnTo>
                  <a:pt x="0" y="1539891"/>
                </a:lnTo>
                <a:lnTo>
                  <a:pt x="0" y="1153505"/>
                </a:lnTo>
                <a:lnTo>
                  <a:pt x="4564271" y="2571481"/>
                </a:lnTo>
                <a:lnTo>
                  <a:pt x="630" y="171286"/>
                </a:lnTo>
                <a:close/>
                <a:moveTo>
                  <a:pt x="9144554" y="286"/>
                </a:moveTo>
                <a:lnTo>
                  <a:pt x="9144554" y="171286"/>
                </a:lnTo>
                <a:lnTo>
                  <a:pt x="4580915" y="2571480"/>
                </a:lnTo>
                <a:lnTo>
                  <a:pt x="9145184" y="1153505"/>
                </a:lnTo>
                <a:lnTo>
                  <a:pt x="9145184" y="1539891"/>
                </a:lnTo>
                <a:lnTo>
                  <a:pt x="4579254" y="2572354"/>
                </a:lnTo>
                <a:lnTo>
                  <a:pt x="4579211" y="2572377"/>
                </a:lnTo>
                <a:lnTo>
                  <a:pt x="9143978" y="2392358"/>
                </a:lnTo>
                <a:lnTo>
                  <a:pt x="9143979" y="2752816"/>
                </a:lnTo>
                <a:lnTo>
                  <a:pt x="4578467" y="2572767"/>
                </a:lnTo>
                <a:lnTo>
                  <a:pt x="4578048" y="2572988"/>
                </a:lnTo>
                <a:lnTo>
                  <a:pt x="4578402" y="2572765"/>
                </a:lnTo>
                <a:lnTo>
                  <a:pt x="4577580" y="2572732"/>
                </a:lnTo>
                <a:lnTo>
                  <a:pt x="4575024" y="2573310"/>
                </a:lnTo>
                <a:lnTo>
                  <a:pt x="4576963" y="2572708"/>
                </a:lnTo>
                <a:lnTo>
                  <a:pt x="4575590" y="2572654"/>
                </a:lnTo>
                <a:lnTo>
                  <a:pt x="4575557" y="2572684"/>
                </a:lnTo>
                <a:lnTo>
                  <a:pt x="4575585" y="2572654"/>
                </a:lnTo>
                <a:lnTo>
                  <a:pt x="4573884" y="2572587"/>
                </a:lnTo>
                <a:lnTo>
                  <a:pt x="4575714" y="2572515"/>
                </a:lnTo>
                <a:lnTo>
                  <a:pt x="6952676" y="376"/>
                </a:lnTo>
                <a:lnTo>
                  <a:pt x="7359080" y="376"/>
                </a:lnTo>
                <a:lnTo>
                  <a:pt x="4575742" y="2572513"/>
                </a:lnTo>
                <a:lnTo>
                  <a:pt x="4577858" y="2572430"/>
                </a:lnTo>
                <a:lnTo>
                  <a:pt x="4579973" y="2571773"/>
                </a:lnTo>
                <a:lnTo>
                  <a:pt x="8654212" y="286"/>
                </a:lnTo>
                <a:close/>
                <a:moveTo>
                  <a:pt x="3219926" y="0"/>
                </a:moveTo>
                <a:lnTo>
                  <a:pt x="4568537" y="2564195"/>
                </a:lnTo>
                <a:lnTo>
                  <a:pt x="4571749" y="2549991"/>
                </a:lnTo>
                <a:lnTo>
                  <a:pt x="3779558" y="38"/>
                </a:lnTo>
                <a:lnTo>
                  <a:pt x="3996832" y="38"/>
                </a:lnTo>
                <a:lnTo>
                  <a:pt x="4572260" y="2544793"/>
                </a:lnTo>
                <a:lnTo>
                  <a:pt x="4471935" y="837"/>
                </a:lnTo>
                <a:lnTo>
                  <a:pt x="4674477" y="837"/>
                </a:lnTo>
                <a:lnTo>
                  <a:pt x="4574412" y="2538215"/>
                </a:lnTo>
                <a:lnTo>
                  <a:pt x="5148352" y="38"/>
                </a:lnTo>
                <a:lnTo>
                  <a:pt x="5365626" y="38"/>
                </a:lnTo>
                <a:lnTo>
                  <a:pt x="4574021" y="2548106"/>
                </a:lnTo>
                <a:lnTo>
                  <a:pt x="4573871" y="2551916"/>
                </a:lnTo>
                <a:lnTo>
                  <a:pt x="4576648" y="2564195"/>
                </a:lnTo>
                <a:lnTo>
                  <a:pt x="5925258" y="0"/>
                </a:lnTo>
                <a:lnTo>
                  <a:pt x="6195680" y="0"/>
                </a:lnTo>
                <a:lnTo>
                  <a:pt x="4576812" y="2564920"/>
                </a:lnTo>
                <a:lnTo>
                  <a:pt x="4577948" y="2569947"/>
                </a:lnTo>
                <a:lnTo>
                  <a:pt x="4576527" y="2565371"/>
                </a:lnTo>
                <a:lnTo>
                  <a:pt x="4573542" y="2570100"/>
                </a:lnTo>
                <a:lnTo>
                  <a:pt x="4576342" y="2564777"/>
                </a:lnTo>
                <a:lnTo>
                  <a:pt x="4573699" y="2556271"/>
                </a:lnTo>
                <a:lnTo>
                  <a:pt x="4573206" y="2568777"/>
                </a:lnTo>
                <a:lnTo>
                  <a:pt x="4572575" y="2552763"/>
                </a:lnTo>
                <a:lnTo>
                  <a:pt x="4568842" y="2564777"/>
                </a:lnTo>
                <a:lnTo>
                  <a:pt x="4571642" y="2570100"/>
                </a:lnTo>
                <a:lnTo>
                  <a:pt x="4568658" y="2565371"/>
                </a:lnTo>
                <a:lnTo>
                  <a:pt x="4567236" y="2569947"/>
                </a:lnTo>
                <a:lnTo>
                  <a:pt x="4568373" y="2564920"/>
                </a:lnTo>
                <a:lnTo>
                  <a:pt x="2949504" y="0"/>
                </a:lnTo>
                <a:close/>
              </a:path>
            </a:pathLst>
          </a:custGeom>
          <a:gradFill>
            <a:gsLst>
              <a:gs pos="0">
                <a:schemeClr val="bg1">
                  <a:alpha val="1000"/>
                </a:schemeClr>
              </a:gs>
              <a:gs pos="100000">
                <a:schemeClr val="bg1">
                  <a:alpha val="1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sp>
        <p:nvSpPr>
          <p:cNvPr id="62" name="Rectángulo 61"/>
          <p:cNvSpPr/>
          <p:nvPr/>
        </p:nvSpPr>
        <p:spPr bwMode="hidden">
          <a:xfrm>
            <a:off x="0" y="1905001"/>
            <a:ext cx="12188825" cy="2148252"/>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lnSpc>
                <a:spcPct val="90000"/>
              </a:lnSpc>
            </a:pPr>
            <a:endParaRPr lang="es-ES" sz="3200" noProof="0" dirty="0">
              <a:solidFill>
                <a:schemeClr val="tx2"/>
              </a:solidFill>
            </a:endParaRPr>
          </a:p>
        </p:txBody>
      </p:sp>
      <p:sp>
        <p:nvSpPr>
          <p:cNvPr id="2" name="Título 1"/>
          <p:cNvSpPr>
            <a:spLocks noGrp="1"/>
          </p:cNvSpPr>
          <p:nvPr>
            <p:ph type="ctrTitle"/>
          </p:nvPr>
        </p:nvSpPr>
        <p:spPr>
          <a:xfrm>
            <a:off x="1218883" y="1905002"/>
            <a:ext cx="9751060" cy="2147926"/>
          </a:xfrm>
        </p:spPr>
        <p:txBody>
          <a:bodyPr rtlCol="0" anchor="ctr">
            <a:normAutofit/>
          </a:bodyPr>
          <a:lstStyle>
            <a:lvl1pPr algn="ctr" rtl="0">
              <a:defRPr sz="4400" cap="all" normalizeH="0" baseline="0"/>
            </a:lvl1pPr>
          </a:lstStyle>
          <a:p>
            <a:pPr rtl="0"/>
            <a:r>
              <a:rPr lang="es-ES" noProof="0"/>
              <a:t>Haga clic para modificar el estilo de título del patrón</a:t>
            </a:r>
            <a:endParaRPr lang="es-ES" noProof="0" dirty="0"/>
          </a:p>
        </p:txBody>
      </p:sp>
      <p:sp>
        <p:nvSpPr>
          <p:cNvPr id="3" name="Subtítulo 2"/>
          <p:cNvSpPr>
            <a:spLocks noGrp="1"/>
          </p:cNvSpPr>
          <p:nvPr>
            <p:ph type="subTitle" idx="1"/>
          </p:nvPr>
        </p:nvSpPr>
        <p:spPr>
          <a:xfrm>
            <a:off x="1218883" y="4140200"/>
            <a:ext cx="9751060" cy="1016000"/>
          </a:xfrm>
        </p:spPr>
        <p:txBody>
          <a:bodyPr rtlCol="0">
            <a:normAutofit/>
          </a:bodyPr>
          <a:lstStyle>
            <a:lvl1pPr marL="0" indent="0" algn="ctr" rtl="0">
              <a:spcBef>
                <a:spcPts val="0"/>
              </a:spcBef>
              <a:buNone/>
              <a:defRPr sz="2800">
                <a:solidFill>
                  <a:schemeClr val="tx1"/>
                </a:solidFill>
              </a:defRPr>
            </a:lvl1pPr>
            <a:lvl2pPr marL="609493" indent="0" algn="ctr" rtl="0">
              <a:buNone/>
              <a:defRPr>
                <a:solidFill>
                  <a:schemeClr val="tx1">
                    <a:tint val="75000"/>
                  </a:schemeClr>
                </a:solidFill>
              </a:defRPr>
            </a:lvl2pPr>
            <a:lvl3pPr marL="1218987" indent="0" algn="ctr" rtl="0">
              <a:buNone/>
              <a:defRPr>
                <a:solidFill>
                  <a:schemeClr val="tx1">
                    <a:tint val="75000"/>
                  </a:schemeClr>
                </a:solidFill>
              </a:defRPr>
            </a:lvl3pPr>
            <a:lvl4pPr marL="1828480" indent="0" algn="ctr" rtl="0">
              <a:buNone/>
              <a:defRPr>
                <a:solidFill>
                  <a:schemeClr val="tx1">
                    <a:tint val="75000"/>
                  </a:schemeClr>
                </a:solidFill>
              </a:defRPr>
            </a:lvl4pPr>
            <a:lvl5pPr marL="2437973" indent="0" algn="ctr" rtl="0">
              <a:buNone/>
              <a:defRPr>
                <a:solidFill>
                  <a:schemeClr val="tx1">
                    <a:tint val="75000"/>
                  </a:schemeClr>
                </a:solidFill>
              </a:defRPr>
            </a:lvl5pPr>
            <a:lvl6pPr marL="3047467" indent="0" algn="ctr" rtl="0">
              <a:buNone/>
              <a:defRPr>
                <a:solidFill>
                  <a:schemeClr val="tx1">
                    <a:tint val="75000"/>
                  </a:schemeClr>
                </a:solidFill>
              </a:defRPr>
            </a:lvl6pPr>
            <a:lvl7pPr marL="3656960" indent="0" algn="ctr" rtl="0">
              <a:buNone/>
              <a:defRPr>
                <a:solidFill>
                  <a:schemeClr val="tx1">
                    <a:tint val="75000"/>
                  </a:schemeClr>
                </a:solidFill>
              </a:defRPr>
            </a:lvl7pPr>
            <a:lvl8pPr marL="4266453" indent="0" algn="ctr" rtl="0">
              <a:buNone/>
              <a:defRPr>
                <a:solidFill>
                  <a:schemeClr val="tx1">
                    <a:tint val="75000"/>
                  </a:schemeClr>
                </a:solidFill>
              </a:defRPr>
            </a:lvl8pPr>
            <a:lvl9pPr marL="4875947" indent="0" algn="ctr" rtl="0">
              <a:buNone/>
              <a:defRPr>
                <a:solidFill>
                  <a:schemeClr val="tx1">
                    <a:tint val="75000"/>
                  </a:schemeClr>
                </a:solidFill>
              </a:defRPr>
            </a:lvl9pPr>
          </a:lstStyle>
          <a:p>
            <a:pPr rtl="0"/>
            <a:r>
              <a:rPr lang="es-ES" noProof="0"/>
              <a:t>Haga clic para modificar el estilo de subtítulo del patrón</a:t>
            </a:r>
            <a:endParaRPr lang="es-ES" noProof="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posición de contenido 2"/>
          <p:cNvSpPr>
            <a:spLocks noGrp="1"/>
          </p:cNvSpPr>
          <p:nvPr>
            <p:ph idx="1"/>
          </p:nvPr>
        </p:nvSpPr>
        <p:spPr/>
        <p:txBody>
          <a:bodyPr rtlCol="0"/>
          <a:lstStyle>
            <a:lvl5pPr algn="l" rtl="0">
              <a:defRPr/>
            </a:lvl5pPr>
            <a:lvl6pPr algn="l" rtl="0">
              <a:defRPr/>
            </a:lvl6pPr>
            <a:lvl7pPr algn="l" rtl="0">
              <a:defRPr/>
            </a:lvl7pPr>
            <a:lvl8pPr algn="l" rtl="0">
              <a:defRPr/>
            </a:lvl8pPr>
            <a:lvl9pPr algn="l" rtl="0">
              <a:defRPr/>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5" name="Marcador de posición de pie de página 4"/>
          <p:cNvSpPr>
            <a:spLocks noGrp="1"/>
          </p:cNvSpPr>
          <p:nvPr>
            <p:ph type="ftr" sz="quarter" idx="11"/>
          </p:nvPr>
        </p:nvSpPr>
        <p:spPr/>
        <p:txBody>
          <a:bodyPr rtlCol="0"/>
          <a:lstStyle/>
          <a:p>
            <a:pPr rtl="0"/>
            <a:endParaRPr lang="es-ES" noProof="0" dirty="0"/>
          </a:p>
        </p:txBody>
      </p:sp>
      <p:sp>
        <p:nvSpPr>
          <p:cNvPr id="4" name="Marcador de posición de fecha 3"/>
          <p:cNvSpPr>
            <a:spLocks noGrp="1"/>
          </p:cNvSpPr>
          <p:nvPr>
            <p:ph type="dt" sz="half" idx="10"/>
          </p:nvPr>
        </p:nvSpPr>
        <p:spPr/>
        <p:txBody>
          <a:bodyPr rtlCol="0"/>
          <a:lstStyle>
            <a:lvl1pPr>
              <a:defRPr/>
            </a:lvl1pPr>
          </a:lstStyle>
          <a:p>
            <a:fld id="{5D929405-E207-449E-8404-747DF90F032E}" type="datetime1">
              <a:rPr lang="es-ES" noProof="0" smtClean="0"/>
              <a:pPr/>
              <a:t>26/05/2025</a:t>
            </a:fld>
            <a:endParaRPr lang="es-ES" noProof="0" dirty="0"/>
          </a:p>
        </p:txBody>
      </p:sp>
      <p:sp>
        <p:nvSpPr>
          <p:cNvPr id="6" name="Marcador de posición de número de diapositiva 5"/>
          <p:cNvSpPr>
            <a:spLocks noGrp="1"/>
          </p:cNvSpPr>
          <p:nvPr>
            <p:ph type="sldNum" sz="quarter" idx="12"/>
          </p:nvPr>
        </p:nvSpPr>
        <p:spPr/>
        <p:txBody>
          <a:bodyPr rtlCol="0"/>
          <a:lstStyle/>
          <a:p>
            <a:pPr rtl="0"/>
            <a:fld id="{E5FD5434-F838-4DD4-A17B-1CB1A1850DF4}" type="slidenum">
              <a:rPr lang="es-ES" noProof="0" smtClean="0"/>
              <a:t>‹Nº›</a:t>
            </a:fld>
            <a:endParaRPr lang="es-ES" noProof="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11" name="Triángulo isósceles 5"/>
          <p:cNvSpPr/>
          <p:nvPr/>
        </p:nvSpPr>
        <p:spPr>
          <a:xfrm>
            <a:off x="-1607" y="-1115"/>
            <a:ext cx="12190403" cy="6863692"/>
          </a:xfrm>
          <a:custGeom>
            <a:avLst/>
            <a:gdLst/>
            <a:ahLst/>
            <a:cxnLst/>
            <a:rect l="l" t="t" r="r" b="b"/>
            <a:pathLst>
              <a:path w="9145184" h="5147769">
                <a:moveTo>
                  <a:pt x="4573206" y="2611793"/>
                </a:moveTo>
                <a:lnTo>
                  <a:pt x="4673081" y="5144337"/>
                </a:lnTo>
                <a:lnTo>
                  <a:pt x="4473331" y="5144337"/>
                </a:lnTo>
                <a:close/>
                <a:moveTo>
                  <a:pt x="4571642" y="2577669"/>
                </a:moveTo>
                <a:lnTo>
                  <a:pt x="4568842" y="2582993"/>
                </a:lnTo>
                <a:lnTo>
                  <a:pt x="4572592" y="2595063"/>
                </a:lnTo>
                <a:lnTo>
                  <a:pt x="4576342" y="2582993"/>
                </a:lnTo>
                <a:lnTo>
                  <a:pt x="4573542" y="2577669"/>
                </a:lnTo>
                <a:lnTo>
                  <a:pt x="4576527" y="2582398"/>
                </a:lnTo>
                <a:lnTo>
                  <a:pt x="4577948" y="2577822"/>
                </a:lnTo>
                <a:lnTo>
                  <a:pt x="4576812" y="2582849"/>
                </a:lnTo>
                <a:lnTo>
                  <a:pt x="6195680" y="5147769"/>
                </a:lnTo>
                <a:lnTo>
                  <a:pt x="5925258" y="5147769"/>
                </a:lnTo>
                <a:lnTo>
                  <a:pt x="4576648" y="2583574"/>
                </a:lnTo>
                <a:lnTo>
                  <a:pt x="4573436" y="2597778"/>
                </a:lnTo>
                <a:lnTo>
                  <a:pt x="5365626" y="5147732"/>
                </a:lnTo>
                <a:lnTo>
                  <a:pt x="5148352" y="5147731"/>
                </a:lnTo>
                <a:lnTo>
                  <a:pt x="4572592" y="2601509"/>
                </a:lnTo>
                <a:lnTo>
                  <a:pt x="3996832" y="5147731"/>
                </a:lnTo>
                <a:lnTo>
                  <a:pt x="3779558" y="5147732"/>
                </a:lnTo>
                <a:lnTo>
                  <a:pt x="4571749" y="2597778"/>
                </a:lnTo>
                <a:lnTo>
                  <a:pt x="4568537" y="2583574"/>
                </a:lnTo>
                <a:lnTo>
                  <a:pt x="3219926" y="5147769"/>
                </a:lnTo>
                <a:lnTo>
                  <a:pt x="2949504" y="5147769"/>
                </a:lnTo>
                <a:lnTo>
                  <a:pt x="4568373" y="2582849"/>
                </a:lnTo>
                <a:lnTo>
                  <a:pt x="4567236" y="2577822"/>
                </a:lnTo>
                <a:lnTo>
                  <a:pt x="4568658" y="2582398"/>
                </a:lnTo>
                <a:close/>
                <a:moveTo>
                  <a:pt x="4575557" y="2575085"/>
                </a:moveTo>
                <a:lnTo>
                  <a:pt x="7359080" y="5147393"/>
                </a:lnTo>
                <a:lnTo>
                  <a:pt x="6952676" y="5147393"/>
                </a:lnTo>
                <a:close/>
                <a:moveTo>
                  <a:pt x="4569627" y="2575085"/>
                </a:moveTo>
                <a:lnTo>
                  <a:pt x="2192508" y="5147393"/>
                </a:lnTo>
                <a:lnTo>
                  <a:pt x="1786104" y="5147393"/>
                </a:lnTo>
                <a:close/>
                <a:moveTo>
                  <a:pt x="4575024" y="2574459"/>
                </a:moveTo>
                <a:lnTo>
                  <a:pt x="4578940" y="2575344"/>
                </a:lnTo>
                <a:lnTo>
                  <a:pt x="4578048" y="2574781"/>
                </a:lnTo>
                <a:lnTo>
                  <a:pt x="4579253" y="2575415"/>
                </a:lnTo>
                <a:lnTo>
                  <a:pt x="9145184" y="3607878"/>
                </a:lnTo>
                <a:lnTo>
                  <a:pt x="9145184" y="3994264"/>
                </a:lnTo>
                <a:lnTo>
                  <a:pt x="4580914" y="2576289"/>
                </a:lnTo>
                <a:lnTo>
                  <a:pt x="9144554" y="4976484"/>
                </a:lnTo>
                <a:lnTo>
                  <a:pt x="9144554" y="5147483"/>
                </a:lnTo>
                <a:lnTo>
                  <a:pt x="8654212" y="5147483"/>
                </a:lnTo>
                <a:lnTo>
                  <a:pt x="4579973" y="2575996"/>
                </a:lnTo>
                <a:close/>
                <a:moveTo>
                  <a:pt x="4570160" y="2574459"/>
                </a:moveTo>
                <a:lnTo>
                  <a:pt x="4565211" y="2575996"/>
                </a:lnTo>
                <a:lnTo>
                  <a:pt x="490972" y="5147483"/>
                </a:lnTo>
                <a:lnTo>
                  <a:pt x="629" y="5147483"/>
                </a:lnTo>
                <a:lnTo>
                  <a:pt x="630" y="4976484"/>
                </a:lnTo>
                <a:lnTo>
                  <a:pt x="4564270" y="2576289"/>
                </a:lnTo>
                <a:lnTo>
                  <a:pt x="0" y="3994264"/>
                </a:lnTo>
                <a:lnTo>
                  <a:pt x="0" y="3607878"/>
                </a:lnTo>
                <a:lnTo>
                  <a:pt x="4565931" y="2575415"/>
                </a:lnTo>
                <a:lnTo>
                  <a:pt x="4567137" y="2574781"/>
                </a:lnTo>
                <a:lnTo>
                  <a:pt x="4566244" y="2575344"/>
                </a:lnTo>
                <a:close/>
                <a:moveTo>
                  <a:pt x="630" y="286"/>
                </a:moveTo>
                <a:lnTo>
                  <a:pt x="490972" y="286"/>
                </a:lnTo>
                <a:lnTo>
                  <a:pt x="4565212" y="2571773"/>
                </a:lnTo>
                <a:lnTo>
                  <a:pt x="4567326" y="2572430"/>
                </a:lnTo>
                <a:lnTo>
                  <a:pt x="4569443" y="2572513"/>
                </a:lnTo>
                <a:lnTo>
                  <a:pt x="1786104" y="376"/>
                </a:lnTo>
                <a:lnTo>
                  <a:pt x="2192508" y="376"/>
                </a:lnTo>
                <a:lnTo>
                  <a:pt x="4569471" y="2572514"/>
                </a:lnTo>
                <a:lnTo>
                  <a:pt x="4571301" y="2572587"/>
                </a:lnTo>
                <a:lnTo>
                  <a:pt x="4569599" y="2572654"/>
                </a:lnTo>
                <a:lnTo>
                  <a:pt x="4569627" y="2572684"/>
                </a:lnTo>
                <a:lnTo>
                  <a:pt x="4569595" y="2572654"/>
                </a:lnTo>
                <a:lnTo>
                  <a:pt x="4568222" y="2572708"/>
                </a:lnTo>
                <a:lnTo>
                  <a:pt x="4570160" y="2573310"/>
                </a:lnTo>
                <a:lnTo>
                  <a:pt x="4567604" y="2572732"/>
                </a:lnTo>
                <a:lnTo>
                  <a:pt x="4566783" y="2572765"/>
                </a:lnTo>
                <a:lnTo>
                  <a:pt x="4567137" y="2572988"/>
                </a:lnTo>
                <a:lnTo>
                  <a:pt x="4566717" y="2572767"/>
                </a:lnTo>
                <a:lnTo>
                  <a:pt x="1205" y="2752816"/>
                </a:lnTo>
                <a:lnTo>
                  <a:pt x="1205" y="2392358"/>
                </a:lnTo>
                <a:lnTo>
                  <a:pt x="4565974" y="2572377"/>
                </a:lnTo>
                <a:lnTo>
                  <a:pt x="4565931" y="2572354"/>
                </a:lnTo>
                <a:lnTo>
                  <a:pt x="0" y="1539891"/>
                </a:lnTo>
                <a:lnTo>
                  <a:pt x="0" y="1153505"/>
                </a:lnTo>
                <a:lnTo>
                  <a:pt x="4564271" y="2571481"/>
                </a:lnTo>
                <a:lnTo>
                  <a:pt x="630" y="171286"/>
                </a:lnTo>
                <a:close/>
                <a:moveTo>
                  <a:pt x="9144554" y="286"/>
                </a:moveTo>
                <a:lnTo>
                  <a:pt x="9144554" y="171286"/>
                </a:lnTo>
                <a:lnTo>
                  <a:pt x="4580915" y="2571480"/>
                </a:lnTo>
                <a:lnTo>
                  <a:pt x="9145184" y="1153505"/>
                </a:lnTo>
                <a:lnTo>
                  <a:pt x="9145184" y="1539891"/>
                </a:lnTo>
                <a:lnTo>
                  <a:pt x="4579254" y="2572354"/>
                </a:lnTo>
                <a:lnTo>
                  <a:pt x="4579211" y="2572377"/>
                </a:lnTo>
                <a:lnTo>
                  <a:pt x="9143978" y="2392358"/>
                </a:lnTo>
                <a:lnTo>
                  <a:pt x="9143979" y="2752816"/>
                </a:lnTo>
                <a:lnTo>
                  <a:pt x="4578467" y="2572767"/>
                </a:lnTo>
                <a:lnTo>
                  <a:pt x="4578048" y="2572988"/>
                </a:lnTo>
                <a:lnTo>
                  <a:pt x="4578402" y="2572765"/>
                </a:lnTo>
                <a:lnTo>
                  <a:pt x="4577580" y="2572732"/>
                </a:lnTo>
                <a:lnTo>
                  <a:pt x="4575024" y="2573310"/>
                </a:lnTo>
                <a:lnTo>
                  <a:pt x="4576963" y="2572708"/>
                </a:lnTo>
                <a:lnTo>
                  <a:pt x="4575590" y="2572654"/>
                </a:lnTo>
                <a:lnTo>
                  <a:pt x="4575557" y="2572684"/>
                </a:lnTo>
                <a:lnTo>
                  <a:pt x="4575585" y="2572654"/>
                </a:lnTo>
                <a:lnTo>
                  <a:pt x="4573884" y="2572587"/>
                </a:lnTo>
                <a:lnTo>
                  <a:pt x="4575714" y="2572515"/>
                </a:lnTo>
                <a:lnTo>
                  <a:pt x="6952676" y="376"/>
                </a:lnTo>
                <a:lnTo>
                  <a:pt x="7359080" y="376"/>
                </a:lnTo>
                <a:lnTo>
                  <a:pt x="4575742" y="2572513"/>
                </a:lnTo>
                <a:lnTo>
                  <a:pt x="4577858" y="2572430"/>
                </a:lnTo>
                <a:lnTo>
                  <a:pt x="4579973" y="2571773"/>
                </a:lnTo>
                <a:lnTo>
                  <a:pt x="8654212" y="286"/>
                </a:lnTo>
                <a:close/>
                <a:moveTo>
                  <a:pt x="3219926" y="0"/>
                </a:moveTo>
                <a:lnTo>
                  <a:pt x="4568537" y="2564195"/>
                </a:lnTo>
                <a:lnTo>
                  <a:pt x="4571749" y="2549991"/>
                </a:lnTo>
                <a:lnTo>
                  <a:pt x="3779558" y="38"/>
                </a:lnTo>
                <a:lnTo>
                  <a:pt x="3996832" y="38"/>
                </a:lnTo>
                <a:lnTo>
                  <a:pt x="4572260" y="2544793"/>
                </a:lnTo>
                <a:lnTo>
                  <a:pt x="4471935" y="837"/>
                </a:lnTo>
                <a:lnTo>
                  <a:pt x="4674477" y="837"/>
                </a:lnTo>
                <a:lnTo>
                  <a:pt x="4574412" y="2538215"/>
                </a:lnTo>
                <a:lnTo>
                  <a:pt x="5148352" y="38"/>
                </a:lnTo>
                <a:lnTo>
                  <a:pt x="5365626" y="38"/>
                </a:lnTo>
                <a:lnTo>
                  <a:pt x="4574021" y="2548106"/>
                </a:lnTo>
                <a:lnTo>
                  <a:pt x="4573871" y="2551916"/>
                </a:lnTo>
                <a:lnTo>
                  <a:pt x="4576648" y="2564195"/>
                </a:lnTo>
                <a:lnTo>
                  <a:pt x="5925258" y="0"/>
                </a:lnTo>
                <a:lnTo>
                  <a:pt x="6195680" y="0"/>
                </a:lnTo>
                <a:lnTo>
                  <a:pt x="4576812" y="2564920"/>
                </a:lnTo>
                <a:lnTo>
                  <a:pt x="4577948" y="2569947"/>
                </a:lnTo>
                <a:lnTo>
                  <a:pt x="4576527" y="2565371"/>
                </a:lnTo>
                <a:lnTo>
                  <a:pt x="4573542" y="2570100"/>
                </a:lnTo>
                <a:lnTo>
                  <a:pt x="4576342" y="2564777"/>
                </a:lnTo>
                <a:lnTo>
                  <a:pt x="4573699" y="2556271"/>
                </a:lnTo>
                <a:lnTo>
                  <a:pt x="4573206" y="2568777"/>
                </a:lnTo>
                <a:lnTo>
                  <a:pt x="4572575" y="2552763"/>
                </a:lnTo>
                <a:lnTo>
                  <a:pt x="4568842" y="2564777"/>
                </a:lnTo>
                <a:lnTo>
                  <a:pt x="4571642" y="2570100"/>
                </a:lnTo>
                <a:lnTo>
                  <a:pt x="4568658" y="2565371"/>
                </a:lnTo>
                <a:lnTo>
                  <a:pt x="4567236" y="2569947"/>
                </a:lnTo>
                <a:lnTo>
                  <a:pt x="4568373" y="2564920"/>
                </a:lnTo>
                <a:lnTo>
                  <a:pt x="2949504" y="0"/>
                </a:lnTo>
                <a:close/>
              </a:path>
            </a:pathLst>
          </a:custGeom>
          <a:gradFill>
            <a:gsLst>
              <a:gs pos="0">
                <a:schemeClr val="bg1">
                  <a:alpha val="1000"/>
                </a:schemeClr>
              </a:gs>
              <a:gs pos="100000">
                <a:schemeClr val="bg1">
                  <a:alpha val="1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sp>
        <p:nvSpPr>
          <p:cNvPr id="2" name="Título 1"/>
          <p:cNvSpPr>
            <a:spLocks noGrp="1"/>
          </p:cNvSpPr>
          <p:nvPr>
            <p:ph type="title"/>
          </p:nvPr>
        </p:nvSpPr>
        <p:spPr>
          <a:xfrm>
            <a:off x="1218883" y="1524000"/>
            <a:ext cx="9751060" cy="1992597"/>
          </a:xfrm>
        </p:spPr>
        <p:txBody>
          <a:bodyPr rtlCol="0" anchor="b" anchorCtr="0">
            <a:noAutofit/>
          </a:bodyPr>
          <a:lstStyle>
            <a:lvl1pPr algn="ctr" rtl="0">
              <a:defRPr sz="4400" b="0" cap="all" baseline="0"/>
            </a:lvl1pPr>
          </a:lstStyle>
          <a:p>
            <a:pPr rtl="0"/>
            <a:r>
              <a:rPr lang="es-ES" noProof="0"/>
              <a:t>Haga clic para modificar el estilo de título del patrón</a:t>
            </a:r>
            <a:endParaRPr lang="es-ES" noProof="0" dirty="0"/>
          </a:p>
        </p:txBody>
      </p:sp>
      <p:sp>
        <p:nvSpPr>
          <p:cNvPr id="3" name="Marcador de posición de texto 2"/>
          <p:cNvSpPr>
            <a:spLocks noGrp="1"/>
          </p:cNvSpPr>
          <p:nvPr>
            <p:ph type="body" idx="1"/>
          </p:nvPr>
        </p:nvSpPr>
        <p:spPr>
          <a:xfrm>
            <a:off x="1218883" y="3632200"/>
            <a:ext cx="9751060" cy="1016000"/>
          </a:xfrm>
        </p:spPr>
        <p:txBody>
          <a:bodyPr rtlCol="0" anchor="t" anchorCtr="0">
            <a:noAutofit/>
          </a:bodyPr>
          <a:lstStyle>
            <a:lvl1pPr marL="0" indent="0" algn="ctr" rtl="0">
              <a:spcBef>
                <a:spcPts val="0"/>
              </a:spcBef>
              <a:buNone/>
              <a:defRPr sz="2800">
                <a:solidFill>
                  <a:schemeClr val="tx1"/>
                </a:solidFill>
              </a:defRPr>
            </a:lvl1pPr>
            <a:lvl2pPr marL="609493" indent="0" algn="l" rtl="0">
              <a:buNone/>
              <a:defRPr sz="2400">
                <a:solidFill>
                  <a:schemeClr val="tx1">
                    <a:tint val="75000"/>
                  </a:schemeClr>
                </a:solidFill>
              </a:defRPr>
            </a:lvl2pPr>
            <a:lvl3pPr marL="1218987" indent="0" algn="l" rtl="0">
              <a:buNone/>
              <a:defRPr sz="2100">
                <a:solidFill>
                  <a:schemeClr val="tx1">
                    <a:tint val="75000"/>
                  </a:schemeClr>
                </a:solidFill>
              </a:defRPr>
            </a:lvl3pPr>
            <a:lvl4pPr marL="1828480" indent="0" algn="l" rtl="0">
              <a:buNone/>
              <a:defRPr sz="1900">
                <a:solidFill>
                  <a:schemeClr val="tx1">
                    <a:tint val="75000"/>
                  </a:schemeClr>
                </a:solidFill>
              </a:defRPr>
            </a:lvl4pPr>
            <a:lvl5pPr marL="2437973" indent="0" algn="l" rtl="0">
              <a:buNone/>
              <a:defRPr sz="1900">
                <a:solidFill>
                  <a:schemeClr val="tx1">
                    <a:tint val="75000"/>
                  </a:schemeClr>
                </a:solidFill>
              </a:defRPr>
            </a:lvl5pPr>
            <a:lvl6pPr marL="3047467" indent="0" algn="l" rtl="0">
              <a:buNone/>
              <a:defRPr sz="1900">
                <a:solidFill>
                  <a:schemeClr val="tx1">
                    <a:tint val="75000"/>
                  </a:schemeClr>
                </a:solidFill>
              </a:defRPr>
            </a:lvl6pPr>
            <a:lvl7pPr marL="3656960" indent="0" algn="l" rtl="0">
              <a:buNone/>
              <a:defRPr sz="1900">
                <a:solidFill>
                  <a:schemeClr val="tx1">
                    <a:tint val="75000"/>
                  </a:schemeClr>
                </a:solidFill>
              </a:defRPr>
            </a:lvl7pPr>
            <a:lvl8pPr marL="4266453" indent="0" algn="l" rtl="0">
              <a:buNone/>
              <a:defRPr sz="1900">
                <a:solidFill>
                  <a:schemeClr val="tx1">
                    <a:tint val="75000"/>
                  </a:schemeClr>
                </a:solidFill>
              </a:defRPr>
            </a:lvl8pPr>
            <a:lvl9pPr marL="4875947" indent="0" algn="l" rtl="0">
              <a:buNone/>
              <a:defRPr sz="1900">
                <a:solidFill>
                  <a:schemeClr val="tx1">
                    <a:tint val="75000"/>
                  </a:schemeClr>
                </a:solidFill>
              </a:defRPr>
            </a:lvl9pPr>
          </a:lstStyle>
          <a:p>
            <a:pPr lvl="0" rtl="0"/>
            <a:r>
              <a:rPr lang="es-ES" noProof="0"/>
              <a:t>Haga clic para modificar los estilos de texto del patrón</a:t>
            </a:r>
          </a:p>
        </p:txBody>
      </p:sp>
      <p:sp>
        <p:nvSpPr>
          <p:cNvPr id="5" name="Marcador de posición de pie de página 4"/>
          <p:cNvSpPr>
            <a:spLocks noGrp="1"/>
          </p:cNvSpPr>
          <p:nvPr>
            <p:ph type="ftr" sz="quarter" idx="11"/>
          </p:nvPr>
        </p:nvSpPr>
        <p:spPr/>
        <p:txBody>
          <a:bodyPr rtlCol="0"/>
          <a:lstStyle/>
          <a:p>
            <a:pPr rtl="0"/>
            <a:endParaRPr lang="es-ES" noProof="0" dirty="0"/>
          </a:p>
        </p:txBody>
      </p:sp>
      <p:sp>
        <p:nvSpPr>
          <p:cNvPr id="4" name="Marcador de posición de fecha 3"/>
          <p:cNvSpPr>
            <a:spLocks noGrp="1"/>
          </p:cNvSpPr>
          <p:nvPr>
            <p:ph type="dt" sz="half" idx="10"/>
          </p:nvPr>
        </p:nvSpPr>
        <p:spPr/>
        <p:txBody>
          <a:bodyPr rtlCol="0"/>
          <a:lstStyle>
            <a:lvl1pPr>
              <a:defRPr/>
            </a:lvl1pPr>
          </a:lstStyle>
          <a:p>
            <a:fld id="{C8F60BBB-E6E5-4F7E-BFDB-94111CB9462F}" type="datetime1">
              <a:rPr lang="es-ES" noProof="0" smtClean="0"/>
              <a:pPr/>
              <a:t>26/05/2025</a:t>
            </a:fld>
            <a:endParaRPr lang="es-ES" noProof="0" dirty="0"/>
          </a:p>
        </p:txBody>
      </p:sp>
      <p:sp>
        <p:nvSpPr>
          <p:cNvPr id="6" name="Marcador de posición de número de diapositiva 5"/>
          <p:cNvSpPr>
            <a:spLocks noGrp="1"/>
          </p:cNvSpPr>
          <p:nvPr>
            <p:ph type="sldNum" sz="quarter" idx="12"/>
          </p:nvPr>
        </p:nvSpPr>
        <p:spPr/>
        <p:txBody>
          <a:bodyPr rtlCol="0"/>
          <a:lstStyle/>
          <a:p>
            <a:pPr rtl="0"/>
            <a:fld id="{E5FD5434-F838-4DD4-A17B-1CB1A1850DF4}" type="slidenum">
              <a:rPr lang="es-ES" noProof="0" smtClean="0"/>
              <a:t>‹Nº›</a:t>
            </a:fld>
            <a:endParaRPr lang="es-ES" noProof="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lvl1pPr rtl="0">
              <a:defRPr/>
            </a:lvl1pPr>
          </a:lstStyle>
          <a:p>
            <a:pPr rtl="0"/>
            <a:r>
              <a:rPr lang="es-ES" noProof="0"/>
              <a:t>Haga clic para modificar el estilo de título del patrón</a:t>
            </a:r>
            <a:endParaRPr lang="es-ES" noProof="0" dirty="0"/>
          </a:p>
        </p:txBody>
      </p:sp>
      <p:sp>
        <p:nvSpPr>
          <p:cNvPr id="3" name="Marcador de posición de contenido 2"/>
          <p:cNvSpPr>
            <a:spLocks noGrp="1"/>
          </p:cNvSpPr>
          <p:nvPr>
            <p:ph sz="half" idx="1"/>
          </p:nvPr>
        </p:nvSpPr>
        <p:spPr>
          <a:xfrm>
            <a:off x="914162" y="1803401"/>
            <a:ext cx="4977104" cy="4470400"/>
          </a:xfrm>
        </p:spPr>
        <p:txBody>
          <a:bodyPr rtlCol="0">
            <a:normAutofit/>
          </a:bodyPr>
          <a:lstStyle>
            <a:lvl1pPr algn="l" rtl="0">
              <a:defRPr sz="2400"/>
            </a:lvl1pPr>
            <a:lvl2pPr algn="l" rtl="0">
              <a:defRPr sz="2000"/>
            </a:lvl2pPr>
            <a:lvl3pPr algn="l" rtl="0">
              <a:defRPr sz="1800"/>
            </a:lvl3pPr>
            <a:lvl4pPr algn="l" rtl="0">
              <a:defRPr sz="1600"/>
            </a:lvl4pPr>
            <a:lvl5pPr algn="l" rtl="0">
              <a:defRPr sz="1400"/>
            </a:lvl5pPr>
            <a:lvl6pPr algn="l" rtl="0">
              <a:defRPr sz="1400"/>
            </a:lvl6pPr>
            <a:lvl7pPr marL="2669581" algn="l" rtl="0">
              <a:defRPr sz="1400"/>
            </a:lvl7pPr>
            <a:lvl8pPr marL="2669581" algn="l" rtl="0">
              <a:defRPr sz="1400"/>
            </a:lvl8pPr>
            <a:lvl9pPr marL="2669581" algn="l" rtl="0">
              <a:defRPr sz="140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posición de contenido 3"/>
          <p:cNvSpPr>
            <a:spLocks noGrp="1"/>
          </p:cNvSpPr>
          <p:nvPr>
            <p:ph sz="half" idx="2"/>
          </p:nvPr>
        </p:nvSpPr>
        <p:spPr>
          <a:xfrm>
            <a:off x="6297559" y="1803401"/>
            <a:ext cx="4977104" cy="4470400"/>
          </a:xfrm>
        </p:spPr>
        <p:txBody>
          <a:bodyPr rtlCol="0">
            <a:normAutofit/>
          </a:bodyPr>
          <a:lstStyle>
            <a:lvl1pPr algn="l" rtl="0">
              <a:defRPr sz="2400"/>
            </a:lvl1pPr>
            <a:lvl2pPr algn="l" rtl="0">
              <a:defRPr sz="2000"/>
            </a:lvl2pPr>
            <a:lvl3pPr algn="l" rtl="0">
              <a:defRPr sz="1800"/>
            </a:lvl3pPr>
            <a:lvl4pPr algn="l" rtl="0">
              <a:defRPr sz="1600"/>
            </a:lvl4pPr>
            <a:lvl5pPr algn="l" rtl="0">
              <a:defRPr sz="1400"/>
            </a:lvl5pPr>
            <a:lvl6pPr marL="2669581" algn="l" rtl="0">
              <a:defRPr sz="1400" baseline="0"/>
            </a:lvl6pPr>
            <a:lvl7pPr marL="2669581" algn="l" rtl="0">
              <a:defRPr sz="1400" baseline="0"/>
            </a:lvl7pPr>
            <a:lvl8pPr marL="2669581" algn="l" rtl="0">
              <a:defRPr sz="1400" baseline="0"/>
            </a:lvl8pPr>
            <a:lvl9pPr marL="2669581" algn="l" rtl="0">
              <a:defRPr sz="1400" baseline="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6" name="Marcador de posición de pie de página 5"/>
          <p:cNvSpPr>
            <a:spLocks noGrp="1"/>
          </p:cNvSpPr>
          <p:nvPr>
            <p:ph type="ftr" sz="quarter" idx="11"/>
          </p:nvPr>
        </p:nvSpPr>
        <p:spPr/>
        <p:txBody>
          <a:bodyPr rtlCol="0"/>
          <a:lstStyle/>
          <a:p>
            <a:pPr rtl="0"/>
            <a:endParaRPr lang="es-ES" noProof="0" dirty="0"/>
          </a:p>
        </p:txBody>
      </p:sp>
      <p:sp>
        <p:nvSpPr>
          <p:cNvPr id="5" name="Marcador de posición de fecha 4"/>
          <p:cNvSpPr>
            <a:spLocks noGrp="1"/>
          </p:cNvSpPr>
          <p:nvPr>
            <p:ph type="dt" sz="half" idx="10"/>
          </p:nvPr>
        </p:nvSpPr>
        <p:spPr/>
        <p:txBody>
          <a:bodyPr rtlCol="0"/>
          <a:lstStyle>
            <a:lvl1pPr>
              <a:defRPr/>
            </a:lvl1pPr>
          </a:lstStyle>
          <a:p>
            <a:fld id="{2295CE37-3A88-4968-BA85-ECEE89E79164}" type="datetime1">
              <a:rPr lang="es-ES" noProof="0" smtClean="0"/>
              <a:pPr/>
              <a:t>26/05/2025</a:t>
            </a:fld>
            <a:endParaRPr lang="es-ES" noProof="0" dirty="0"/>
          </a:p>
        </p:txBody>
      </p:sp>
      <p:sp>
        <p:nvSpPr>
          <p:cNvPr id="7" name="Marcador de posición de número de diapositiva 6"/>
          <p:cNvSpPr>
            <a:spLocks noGrp="1"/>
          </p:cNvSpPr>
          <p:nvPr>
            <p:ph type="sldNum" sz="quarter" idx="12"/>
          </p:nvPr>
        </p:nvSpPr>
        <p:spPr/>
        <p:txBody>
          <a:bodyPr rtlCol="0"/>
          <a:lstStyle/>
          <a:p>
            <a:pPr rtl="0"/>
            <a:fld id="{E5FD5434-F838-4DD4-A17B-1CB1A1850DF4}" type="slidenum">
              <a:rPr lang="es-ES" noProof="0" smtClean="0"/>
              <a:t>‹Nº›</a:t>
            </a:fld>
            <a:endParaRPr lang="es-ES" noProof="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lvl1pPr algn="l" rtl="0">
              <a:defRPr/>
            </a:lvl1pPr>
          </a:lstStyle>
          <a:p>
            <a:pPr rtl="0"/>
            <a:r>
              <a:rPr lang="es-ES" noProof="0"/>
              <a:t>Haga clic para modificar el estilo de título del patrón</a:t>
            </a:r>
            <a:endParaRPr lang="es-ES" noProof="0" dirty="0"/>
          </a:p>
        </p:txBody>
      </p:sp>
      <p:sp>
        <p:nvSpPr>
          <p:cNvPr id="3" name="Marcador de posición de texto 2"/>
          <p:cNvSpPr>
            <a:spLocks noGrp="1"/>
          </p:cNvSpPr>
          <p:nvPr>
            <p:ph type="body" idx="1"/>
          </p:nvPr>
        </p:nvSpPr>
        <p:spPr>
          <a:xfrm>
            <a:off x="914162" y="1803400"/>
            <a:ext cx="4977104" cy="914400"/>
          </a:xfrm>
        </p:spPr>
        <p:txBody>
          <a:bodyPr rtlCol="0" anchor="ctr">
            <a:noAutofit/>
          </a:bodyPr>
          <a:lstStyle>
            <a:lvl1pPr marL="0" indent="0" algn="l" rtl="0">
              <a:lnSpc>
                <a:spcPct val="80000"/>
              </a:lnSpc>
              <a:spcBef>
                <a:spcPts val="0"/>
              </a:spcBef>
              <a:buNone/>
              <a:defRPr sz="2800" b="0">
                <a:solidFill>
                  <a:schemeClr val="tx1"/>
                </a:solidFill>
              </a:defRPr>
            </a:lvl1pPr>
            <a:lvl2pPr marL="609493" indent="0" algn="l" rtl="0">
              <a:buNone/>
              <a:defRPr sz="2700" b="1"/>
            </a:lvl2pPr>
            <a:lvl3pPr marL="1218987" indent="0" algn="l" rtl="0">
              <a:buNone/>
              <a:defRPr sz="2400" b="1"/>
            </a:lvl3pPr>
            <a:lvl4pPr marL="1828480" indent="0" algn="l" rtl="0">
              <a:buNone/>
              <a:defRPr sz="2100" b="1"/>
            </a:lvl4pPr>
            <a:lvl5pPr marL="2437973" indent="0" algn="l" rtl="0">
              <a:buNone/>
              <a:defRPr sz="2100" b="1"/>
            </a:lvl5pPr>
            <a:lvl6pPr marL="3047467" indent="0" algn="l" rtl="0">
              <a:buNone/>
              <a:defRPr sz="2100" b="1"/>
            </a:lvl6pPr>
            <a:lvl7pPr marL="3656960" indent="0" algn="l" rtl="0">
              <a:buNone/>
              <a:defRPr sz="2100" b="1"/>
            </a:lvl7pPr>
            <a:lvl8pPr marL="4266453" indent="0" algn="l" rtl="0">
              <a:buNone/>
              <a:defRPr sz="2100" b="1"/>
            </a:lvl8pPr>
            <a:lvl9pPr marL="4875947" indent="0" algn="l" rtl="0">
              <a:buNone/>
              <a:defRPr sz="2100" b="1"/>
            </a:lvl9pPr>
          </a:lstStyle>
          <a:p>
            <a:pPr lvl="0" rtl="0"/>
            <a:r>
              <a:rPr lang="es-ES" noProof="0"/>
              <a:t>Haga clic para modificar los estilos de texto del patrón</a:t>
            </a:r>
          </a:p>
        </p:txBody>
      </p:sp>
      <p:sp>
        <p:nvSpPr>
          <p:cNvPr id="4" name="Marcador de posición de contenido 3"/>
          <p:cNvSpPr>
            <a:spLocks noGrp="1"/>
          </p:cNvSpPr>
          <p:nvPr>
            <p:ph sz="half" idx="2"/>
          </p:nvPr>
        </p:nvSpPr>
        <p:spPr>
          <a:xfrm>
            <a:off x="914162" y="2717800"/>
            <a:ext cx="4977104" cy="3556000"/>
          </a:xfrm>
        </p:spPr>
        <p:txBody>
          <a:bodyPr rtlCol="0">
            <a:normAutofit/>
          </a:bodyPr>
          <a:lstStyle>
            <a:lvl1pPr algn="l" rtl="0">
              <a:defRPr sz="2400"/>
            </a:lvl1pPr>
            <a:lvl2pPr algn="l" rtl="0">
              <a:defRPr sz="2000"/>
            </a:lvl2pPr>
            <a:lvl3pPr algn="l" rtl="0">
              <a:defRPr sz="1800"/>
            </a:lvl3pPr>
            <a:lvl4pPr algn="l" rtl="0">
              <a:defRPr sz="1600"/>
            </a:lvl4pPr>
            <a:lvl5pPr algn="l" rtl="0">
              <a:defRPr sz="1400"/>
            </a:lvl5pPr>
            <a:lvl6pPr marL="2669581" algn="l" rtl="0">
              <a:defRPr sz="1400"/>
            </a:lvl6pPr>
            <a:lvl7pPr marL="2669581" algn="l" rtl="0">
              <a:defRPr sz="1400"/>
            </a:lvl7pPr>
            <a:lvl8pPr marL="2669581" algn="l" rtl="0">
              <a:defRPr sz="1400"/>
            </a:lvl8pPr>
            <a:lvl9pPr marL="2669581" algn="l" rtl="0">
              <a:defRPr sz="140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5" name="Marcador de posición de texto 4"/>
          <p:cNvSpPr>
            <a:spLocks noGrp="1"/>
          </p:cNvSpPr>
          <p:nvPr>
            <p:ph type="body" sz="quarter" idx="3"/>
          </p:nvPr>
        </p:nvSpPr>
        <p:spPr>
          <a:xfrm>
            <a:off x="6297559" y="1803400"/>
            <a:ext cx="4977104" cy="914400"/>
          </a:xfrm>
        </p:spPr>
        <p:txBody>
          <a:bodyPr rtlCol="0" anchor="ctr">
            <a:noAutofit/>
          </a:bodyPr>
          <a:lstStyle>
            <a:lvl1pPr marL="0" indent="0" algn="l" rtl="0">
              <a:lnSpc>
                <a:spcPct val="80000"/>
              </a:lnSpc>
              <a:spcBef>
                <a:spcPts val="0"/>
              </a:spcBef>
              <a:buNone/>
              <a:defRPr sz="2800" b="0">
                <a:solidFill>
                  <a:schemeClr val="tx1"/>
                </a:solidFill>
              </a:defRPr>
            </a:lvl1pPr>
            <a:lvl2pPr marL="609493" indent="0" algn="l" rtl="0">
              <a:buNone/>
              <a:defRPr sz="2700" b="1"/>
            </a:lvl2pPr>
            <a:lvl3pPr marL="1218987" indent="0" algn="l" rtl="0">
              <a:buNone/>
              <a:defRPr sz="2400" b="1"/>
            </a:lvl3pPr>
            <a:lvl4pPr marL="1828480" indent="0" algn="l" rtl="0">
              <a:buNone/>
              <a:defRPr sz="2100" b="1"/>
            </a:lvl4pPr>
            <a:lvl5pPr marL="2437973" indent="0" algn="l" rtl="0">
              <a:buNone/>
              <a:defRPr sz="2100" b="1"/>
            </a:lvl5pPr>
            <a:lvl6pPr marL="3047467" indent="0" algn="l" rtl="0">
              <a:buNone/>
              <a:defRPr sz="2100" b="1"/>
            </a:lvl6pPr>
            <a:lvl7pPr marL="3656960" indent="0" algn="l" rtl="0">
              <a:buNone/>
              <a:defRPr sz="2100" b="1"/>
            </a:lvl7pPr>
            <a:lvl8pPr marL="4266453" indent="0" algn="l" rtl="0">
              <a:buNone/>
              <a:defRPr sz="2100" b="1"/>
            </a:lvl8pPr>
            <a:lvl9pPr marL="4875947" indent="0" algn="l" rtl="0">
              <a:buNone/>
              <a:defRPr sz="2100" b="1"/>
            </a:lvl9pPr>
          </a:lstStyle>
          <a:p>
            <a:pPr lvl="0" rtl="0"/>
            <a:r>
              <a:rPr lang="es-ES" noProof="0"/>
              <a:t>Haga clic para modificar los estilos de texto del patrón</a:t>
            </a:r>
          </a:p>
        </p:txBody>
      </p:sp>
      <p:sp>
        <p:nvSpPr>
          <p:cNvPr id="6" name="Marcador de posición de contenido 5"/>
          <p:cNvSpPr>
            <a:spLocks noGrp="1"/>
          </p:cNvSpPr>
          <p:nvPr>
            <p:ph sz="quarter" idx="4"/>
          </p:nvPr>
        </p:nvSpPr>
        <p:spPr>
          <a:xfrm>
            <a:off x="6297559" y="2717800"/>
            <a:ext cx="4977104" cy="3556000"/>
          </a:xfrm>
        </p:spPr>
        <p:txBody>
          <a:bodyPr rtlCol="0">
            <a:normAutofit/>
          </a:bodyPr>
          <a:lstStyle>
            <a:lvl1pPr algn="l" rtl="0">
              <a:defRPr sz="2400"/>
            </a:lvl1pPr>
            <a:lvl2pPr algn="l" rtl="0">
              <a:defRPr sz="2000"/>
            </a:lvl2pPr>
            <a:lvl3pPr algn="l" rtl="0">
              <a:defRPr sz="1800"/>
            </a:lvl3pPr>
            <a:lvl4pPr algn="l" rtl="0">
              <a:defRPr sz="1600"/>
            </a:lvl4pPr>
            <a:lvl5pPr algn="l" rtl="0">
              <a:defRPr sz="1400"/>
            </a:lvl5pPr>
            <a:lvl6pPr marL="2669581" algn="l" rtl="0">
              <a:defRPr sz="1400"/>
            </a:lvl6pPr>
            <a:lvl7pPr marL="2669581" algn="l" rtl="0">
              <a:defRPr sz="1400"/>
            </a:lvl7pPr>
            <a:lvl8pPr marL="2669581" algn="l" rtl="0">
              <a:defRPr sz="1400" baseline="0"/>
            </a:lvl8pPr>
            <a:lvl9pPr marL="2669581" algn="l" rtl="0">
              <a:defRPr sz="1400" baseline="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8" name="Marcador de posición de pie de página 7"/>
          <p:cNvSpPr>
            <a:spLocks noGrp="1"/>
          </p:cNvSpPr>
          <p:nvPr>
            <p:ph type="ftr" sz="quarter" idx="11"/>
          </p:nvPr>
        </p:nvSpPr>
        <p:spPr/>
        <p:txBody>
          <a:bodyPr rtlCol="0"/>
          <a:lstStyle/>
          <a:p>
            <a:pPr rtl="0"/>
            <a:endParaRPr lang="es-ES" noProof="0" dirty="0"/>
          </a:p>
        </p:txBody>
      </p:sp>
      <p:sp>
        <p:nvSpPr>
          <p:cNvPr id="7" name="Marcador de posición de fecha 6"/>
          <p:cNvSpPr>
            <a:spLocks noGrp="1"/>
          </p:cNvSpPr>
          <p:nvPr>
            <p:ph type="dt" sz="half" idx="10"/>
          </p:nvPr>
        </p:nvSpPr>
        <p:spPr/>
        <p:txBody>
          <a:bodyPr rtlCol="0"/>
          <a:lstStyle>
            <a:lvl1pPr>
              <a:defRPr/>
            </a:lvl1pPr>
          </a:lstStyle>
          <a:p>
            <a:fld id="{8A4F2805-8B85-4903-8F5F-4A624AAFC76E}" type="datetime1">
              <a:rPr lang="es-ES" noProof="0" smtClean="0"/>
              <a:pPr/>
              <a:t>26/05/2025</a:t>
            </a:fld>
            <a:endParaRPr lang="es-ES" noProof="0" dirty="0"/>
          </a:p>
        </p:txBody>
      </p:sp>
      <p:sp>
        <p:nvSpPr>
          <p:cNvPr id="9" name="Marcador de posición de número de diapositiva 8"/>
          <p:cNvSpPr>
            <a:spLocks noGrp="1"/>
          </p:cNvSpPr>
          <p:nvPr>
            <p:ph type="sldNum" sz="quarter" idx="12"/>
          </p:nvPr>
        </p:nvSpPr>
        <p:spPr/>
        <p:txBody>
          <a:bodyPr rtlCol="0"/>
          <a:lstStyle/>
          <a:p>
            <a:pPr rtl="0"/>
            <a:fld id="{E5FD5434-F838-4DD4-A17B-1CB1A1850DF4}" type="slidenum">
              <a:rPr lang="es-ES" noProof="0" smtClean="0"/>
              <a:t>‹Nº›</a:t>
            </a:fld>
            <a:endParaRPr lang="es-ES" noProof="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lvl1pPr rtl="0">
              <a:defRPr/>
            </a:lvl1pPr>
          </a:lstStyle>
          <a:p>
            <a:pPr rtl="0"/>
            <a:r>
              <a:rPr lang="es-ES" noProof="0"/>
              <a:t>Haga clic para modificar el estilo de título del patrón</a:t>
            </a:r>
            <a:endParaRPr lang="es-ES" noProof="0" dirty="0"/>
          </a:p>
        </p:txBody>
      </p:sp>
      <p:sp>
        <p:nvSpPr>
          <p:cNvPr id="4" name="Marcador de posición de pie de página 3"/>
          <p:cNvSpPr>
            <a:spLocks noGrp="1"/>
          </p:cNvSpPr>
          <p:nvPr>
            <p:ph type="ftr" sz="quarter" idx="11"/>
          </p:nvPr>
        </p:nvSpPr>
        <p:spPr/>
        <p:txBody>
          <a:bodyPr rtlCol="0"/>
          <a:lstStyle/>
          <a:p>
            <a:pPr rtl="0"/>
            <a:endParaRPr lang="es-ES" noProof="0" dirty="0"/>
          </a:p>
        </p:txBody>
      </p:sp>
      <p:sp>
        <p:nvSpPr>
          <p:cNvPr id="3" name="Marcador de posición de fecha 2"/>
          <p:cNvSpPr>
            <a:spLocks noGrp="1"/>
          </p:cNvSpPr>
          <p:nvPr>
            <p:ph type="dt" sz="half" idx="10"/>
          </p:nvPr>
        </p:nvSpPr>
        <p:spPr/>
        <p:txBody>
          <a:bodyPr rtlCol="0"/>
          <a:lstStyle>
            <a:lvl1pPr>
              <a:defRPr/>
            </a:lvl1pPr>
          </a:lstStyle>
          <a:p>
            <a:fld id="{A107AC04-012B-449D-B0DD-3EA81C20D7E2}" type="datetime1">
              <a:rPr lang="es-ES" noProof="0" smtClean="0"/>
              <a:pPr/>
              <a:t>26/05/2025</a:t>
            </a:fld>
            <a:endParaRPr lang="es-ES" noProof="0" dirty="0"/>
          </a:p>
        </p:txBody>
      </p:sp>
      <p:sp>
        <p:nvSpPr>
          <p:cNvPr id="5" name="Marcador de posición de número de diapositiva 4"/>
          <p:cNvSpPr>
            <a:spLocks noGrp="1"/>
          </p:cNvSpPr>
          <p:nvPr>
            <p:ph type="sldNum" sz="quarter" idx="12"/>
          </p:nvPr>
        </p:nvSpPr>
        <p:spPr/>
        <p:txBody>
          <a:bodyPr rtlCol="0"/>
          <a:lstStyle/>
          <a:p>
            <a:pPr rtl="0"/>
            <a:fld id="{E5FD5434-F838-4DD4-A17B-1CB1A1850DF4}" type="slidenum">
              <a:rPr lang="es-ES" noProof="0" smtClean="0"/>
              <a:t>‹Nº›</a:t>
            </a:fld>
            <a:endParaRPr lang="es-ES" noProof="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leyenda">
    <p:spTree>
      <p:nvGrpSpPr>
        <p:cNvPr id="1" name=""/>
        <p:cNvGrpSpPr/>
        <p:nvPr/>
      </p:nvGrpSpPr>
      <p:grpSpPr>
        <a:xfrm>
          <a:off x="0" y="0"/>
          <a:ext cx="0" cy="0"/>
          <a:chOff x="0" y="0"/>
          <a:chExt cx="0" cy="0"/>
        </a:xfrm>
      </p:grpSpPr>
      <p:sp>
        <p:nvSpPr>
          <p:cNvPr id="2" name="Título 1"/>
          <p:cNvSpPr>
            <a:spLocks noGrp="1"/>
          </p:cNvSpPr>
          <p:nvPr>
            <p:ph type="title"/>
          </p:nvPr>
        </p:nvSpPr>
        <p:spPr>
          <a:xfrm>
            <a:off x="7821163" y="482600"/>
            <a:ext cx="3961368" cy="1422400"/>
          </a:xfrm>
        </p:spPr>
        <p:txBody>
          <a:bodyPr rtlCol="0" anchor="b">
            <a:noAutofit/>
          </a:bodyPr>
          <a:lstStyle>
            <a:lvl1pPr algn="l" rtl="0">
              <a:defRPr sz="2800" b="0"/>
            </a:lvl1pPr>
          </a:lstStyle>
          <a:p>
            <a:pPr rtl="0"/>
            <a:r>
              <a:rPr lang="es-ES" noProof="0"/>
              <a:t>Haga clic para modificar el estilo de título del patrón</a:t>
            </a:r>
            <a:endParaRPr lang="es-ES" noProof="0" dirty="0"/>
          </a:p>
        </p:txBody>
      </p:sp>
      <p:sp>
        <p:nvSpPr>
          <p:cNvPr id="20" name="Rectángulo 19"/>
          <p:cNvSpPr/>
          <p:nvPr/>
        </p:nvSpPr>
        <p:spPr>
          <a:xfrm>
            <a:off x="0" y="-1115"/>
            <a:ext cx="7618016" cy="68591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sp>
        <p:nvSpPr>
          <p:cNvPr id="3" name="Marcador de posición de contenido 2"/>
          <p:cNvSpPr>
            <a:spLocks noGrp="1"/>
          </p:cNvSpPr>
          <p:nvPr>
            <p:ph idx="1"/>
          </p:nvPr>
        </p:nvSpPr>
        <p:spPr bwMode="white">
          <a:xfrm>
            <a:off x="507868" y="482600"/>
            <a:ext cx="6602280" cy="5842001"/>
          </a:xfrm>
        </p:spPr>
        <p:txBody>
          <a:bodyPr rtlCol="0">
            <a:normAutofit/>
          </a:bodyPr>
          <a:lstStyle>
            <a:lvl1pPr algn="l" rtl="0">
              <a:defRPr sz="2800"/>
            </a:lvl1pPr>
            <a:lvl2pPr algn="l" rtl="0">
              <a:defRPr sz="2400"/>
            </a:lvl2pPr>
            <a:lvl3pPr algn="l" rtl="0">
              <a:defRPr sz="2000"/>
            </a:lvl3pPr>
            <a:lvl4pPr algn="l" rtl="0">
              <a:defRPr sz="1800"/>
            </a:lvl4pPr>
            <a:lvl5pPr algn="l" rtl="0">
              <a:defRPr sz="1600"/>
            </a:lvl5pPr>
            <a:lvl6pPr algn="l" rtl="0">
              <a:defRPr sz="1600"/>
            </a:lvl6pPr>
            <a:lvl7pPr algn="l" rtl="0">
              <a:defRPr sz="1600"/>
            </a:lvl7pPr>
            <a:lvl8pPr algn="l" rtl="0">
              <a:defRPr sz="1600"/>
            </a:lvl8pPr>
            <a:lvl9pPr algn="l" rtl="0">
              <a:defRPr sz="160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posición de texto 3"/>
          <p:cNvSpPr>
            <a:spLocks noGrp="1"/>
          </p:cNvSpPr>
          <p:nvPr>
            <p:ph type="body" sz="half" idx="2"/>
          </p:nvPr>
        </p:nvSpPr>
        <p:spPr>
          <a:xfrm>
            <a:off x="7821163" y="2108200"/>
            <a:ext cx="3961368" cy="4267200"/>
          </a:xfrm>
        </p:spPr>
        <p:txBody>
          <a:bodyPr rtlCol="0" anchor="t" anchorCtr="0">
            <a:normAutofit/>
          </a:bodyPr>
          <a:lstStyle>
            <a:lvl1pPr marL="0" indent="0" algn="l" rtl="0">
              <a:spcBef>
                <a:spcPts val="1600"/>
              </a:spcBef>
              <a:buNone/>
              <a:defRPr sz="2000">
                <a:solidFill>
                  <a:schemeClr val="tx1"/>
                </a:solidFill>
              </a:defRPr>
            </a:lvl1pPr>
            <a:lvl2pPr marL="609493" indent="0" algn="l" rtl="0">
              <a:buNone/>
              <a:defRPr sz="1600"/>
            </a:lvl2pPr>
            <a:lvl3pPr marL="1218987" indent="0" algn="l" rtl="0">
              <a:buNone/>
              <a:defRPr sz="1300"/>
            </a:lvl3pPr>
            <a:lvl4pPr marL="1828480" indent="0" algn="l" rtl="0">
              <a:buNone/>
              <a:defRPr sz="1200"/>
            </a:lvl4pPr>
            <a:lvl5pPr marL="2437973" indent="0" algn="l" rtl="0">
              <a:buNone/>
              <a:defRPr sz="1200"/>
            </a:lvl5pPr>
            <a:lvl6pPr marL="3047467" indent="0" algn="l" rtl="0">
              <a:buNone/>
              <a:defRPr sz="1200"/>
            </a:lvl6pPr>
            <a:lvl7pPr marL="3656960" indent="0" algn="l" rtl="0">
              <a:buNone/>
              <a:defRPr sz="1200"/>
            </a:lvl7pPr>
            <a:lvl8pPr marL="4266453" indent="0" algn="l" rtl="0">
              <a:buNone/>
              <a:defRPr sz="1200"/>
            </a:lvl8pPr>
            <a:lvl9pPr marL="4875947" indent="0" algn="l" rtl="0">
              <a:buNone/>
              <a:defRPr sz="1200"/>
            </a:lvl9pPr>
          </a:lstStyle>
          <a:p>
            <a:pPr lvl="0" rtl="0"/>
            <a:r>
              <a:rPr lang="es-ES" noProof="0"/>
              <a:t>Haga clic para modificar los estilos de texto del patrón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leyenda">
    <p:spTree>
      <p:nvGrpSpPr>
        <p:cNvPr id="1" name=""/>
        <p:cNvGrpSpPr/>
        <p:nvPr/>
      </p:nvGrpSpPr>
      <p:grpSpPr>
        <a:xfrm>
          <a:off x="0" y="0"/>
          <a:ext cx="0" cy="0"/>
          <a:chOff x="0" y="0"/>
          <a:chExt cx="0" cy="0"/>
        </a:xfrm>
      </p:grpSpPr>
      <p:sp>
        <p:nvSpPr>
          <p:cNvPr id="8" name="Triángulo isósceles 5"/>
          <p:cNvSpPr/>
          <p:nvPr/>
        </p:nvSpPr>
        <p:spPr>
          <a:xfrm>
            <a:off x="-1607" y="-1115"/>
            <a:ext cx="12190403" cy="6863692"/>
          </a:xfrm>
          <a:custGeom>
            <a:avLst/>
            <a:gdLst/>
            <a:ahLst/>
            <a:cxnLst/>
            <a:rect l="l" t="t" r="r" b="b"/>
            <a:pathLst>
              <a:path w="9145184" h="5147769">
                <a:moveTo>
                  <a:pt x="4573206" y="2611793"/>
                </a:moveTo>
                <a:lnTo>
                  <a:pt x="4673081" y="5144337"/>
                </a:lnTo>
                <a:lnTo>
                  <a:pt x="4473331" y="5144337"/>
                </a:lnTo>
                <a:close/>
                <a:moveTo>
                  <a:pt x="4571642" y="2577669"/>
                </a:moveTo>
                <a:lnTo>
                  <a:pt x="4568842" y="2582993"/>
                </a:lnTo>
                <a:lnTo>
                  <a:pt x="4572592" y="2595063"/>
                </a:lnTo>
                <a:lnTo>
                  <a:pt x="4576342" y="2582993"/>
                </a:lnTo>
                <a:lnTo>
                  <a:pt x="4573542" y="2577669"/>
                </a:lnTo>
                <a:lnTo>
                  <a:pt x="4576527" y="2582398"/>
                </a:lnTo>
                <a:lnTo>
                  <a:pt x="4577948" y="2577822"/>
                </a:lnTo>
                <a:lnTo>
                  <a:pt x="4576812" y="2582849"/>
                </a:lnTo>
                <a:lnTo>
                  <a:pt x="6195680" y="5147769"/>
                </a:lnTo>
                <a:lnTo>
                  <a:pt x="5925258" y="5147769"/>
                </a:lnTo>
                <a:lnTo>
                  <a:pt x="4576648" y="2583574"/>
                </a:lnTo>
                <a:lnTo>
                  <a:pt x="4573436" y="2597778"/>
                </a:lnTo>
                <a:lnTo>
                  <a:pt x="5365626" y="5147732"/>
                </a:lnTo>
                <a:lnTo>
                  <a:pt x="5148352" y="5147731"/>
                </a:lnTo>
                <a:lnTo>
                  <a:pt x="4572592" y="2601509"/>
                </a:lnTo>
                <a:lnTo>
                  <a:pt x="3996832" y="5147731"/>
                </a:lnTo>
                <a:lnTo>
                  <a:pt x="3779558" y="5147732"/>
                </a:lnTo>
                <a:lnTo>
                  <a:pt x="4571749" y="2597778"/>
                </a:lnTo>
                <a:lnTo>
                  <a:pt x="4568537" y="2583574"/>
                </a:lnTo>
                <a:lnTo>
                  <a:pt x="3219926" y="5147769"/>
                </a:lnTo>
                <a:lnTo>
                  <a:pt x="2949504" y="5147769"/>
                </a:lnTo>
                <a:lnTo>
                  <a:pt x="4568373" y="2582849"/>
                </a:lnTo>
                <a:lnTo>
                  <a:pt x="4567236" y="2577822"/>
                </a:lnTo>
                <a:lnTo>
                  <a:pt x="4568658" y="2582398"/>
                </a:lnTo>
                <a:close/>
                <a:moveTo>
                  <a:pt x="4575557" y="2575085"/>
                </a:moveTo>
                <a:lnTo>
                  <a:pt x="7359080" y="5147393"/>
                </a:lnTo>
                <a:lnTo>
                  <a:pt x="6952676" y="5147393"/>
                </a:lnTo>
                <a:close/>
                <a:moveTo>
                  <a:pt x="4569627" y="2575085"/>
                </a:moveTo>
                <a:lnTo>
                  <a:pt x="2192508" y="5147393"/>
                </a:lnTo>
                <a:lnTo>
                  <a:pt x="1786104" y="5147393"/>
                </a:lnTo>
                <a:close/>
                <a:moveTo>
                  <a:pt x="4575024" y="2574459"/>
                </a:moveTo>
                <a:lnTo>
                  <a:pt x="4578940" y="2575344"/>
                </a:lnTo>
                <a:lnTo>
                  <a:pt x="4578048" y="2574781"/>
                </a:lnTo>
                <a:lnTo>
                  <a:pt x="4579253" y="2575415"/>
                </a:lnTo>
                <a:lnTo>
                  <a:pt x="9145184" y="3607878"/>
                </a:lnTo>
                <a:lnTo>
                  <a:pt x="9145184" y="3994264"/>
                </a:lnTo>
                <a:lnTo>
                  <a:pt x="4580914" y="2576289"/>
                </a:lnTo>
                <a:lnTo>
                  <a:pt x="9144554" y="4976484"/>
                </a:lnTo>
                <a:lnTo>
                  <a:pt x="9144554" y="5147483"/>
                </a:lnTo>
                <a:lnTo>
                  <a:pt x="8654212" y="5147483"/>
                </a:lnTo>
                <a:lnTo>
                  <a:pt x="4579973" y="2575996"/>
                </a:lnTo>
                <a:close/>
                <a:moveTo>
                  <a:pt x="4570160" y="2574459"/>
                </a:moveTo>
                <a:lnTo>
                  <a:pt x="4565211" y="2575996"/>
                </a:lnTo>
                <a:lnTo>
                  <a:pt x="490972" y="5147483"/>
                </a:lnTo>
                <a:lnTo>
                  <a:pt x="629" y="5147483"/>
                </a:lnTo>
                <a:lnTo>
                  <a:pt x="630" y="4976484"/>
                </a:lnTo>
                <a:lnTo>
                  <a:pt x="4564270" y="2576289"/>
                </a:lnTo>
                <a:lnTo>
                  <a:pt x="0" y="3994264"/>
                </a:lnTo>
                <a:lnTo>
                  <a:pt x="0" y="3607878"/>
                </a:lnTo>
                <a:lnTo>
                  <a:pt x="4565931" y="2575415"/>
                </a:lnTo>
                <a:lnTo>
                  <a:pt x="4567137" y="2574781"/>
                </a:lnTo>
                <a:lnTo>
                  <a:pt x="4566244" y="2575344"/>
                </a:lnTo>
                <a:close/>
                <a:moveTo>
                  <a:pt x="630" y="286"/>
                </a:moveTo>
                <a:lnTo>
                  <a:pt x="490972" y="286"/>
                </a:lnTo>
                <a:lnTo>
                  <a:pt x="4565212" y="2571773"/>
                </a:lnTo>
                <a:lnTo>
                  <a:pt x="4567326" y="2572430"/>
                </a:lnTo>
                <a:lnTo>
                  <a:pt x="4569443" y="2572513"/>
                </a:lnTo>
                <a:lnTo>
                  <a:pt x="1786104" y="376"/>
                </a:lnTo>
                <a:lnTo>
                  <a:pt x="2192508" y="376"/>
                </a:lnTo>
                <a:lnTo>
                  <a:pt x="4569471" y="2572514"/>
                </a:lnTo>
                <a:lnTo>
                  <a:pt x="4571301" y="2572587"/>
                </a:lnTo>
                <a:lnTo>
                  <a:pt x="4569599" y="2572654"/>
                </a:lnTo>
                <a:lnTo>
                  <a:pt x="4569627" y="2572684"/>
                </a:lnTo>
                <a:lnTo>
                  <a:pt x="4569595" y="2572654"/>
                </a:lnTo>
                <a:lnTo>
                  <a:pt x="4568222" y="2572708"/>
                </a:lnTo>
                <a:lnTo>
                  <a:pt x="4570160" y="2573310"/>
                </a:lnTo>
                <a:lnTo>
                  <a:pt x="4567604" y="2572732"/>
                </a:lnTo>
                <a:lnTo>
                  <a:pt x="4566783" y="2572765"/>
                </a:lnTo>
                <a:lnTo>
                  <a:pt x="4567137" y="2572988"/>
                </a:lnTo>
                <a:lnTo>
                  <a:pt x="4566717" y="2572767"/>
                </a:lnTo>
                <a:lnTo>
                  <a:pt x="1205" y="2752816"/>
                </a:lnTo>
                <a:lnTo>
                  <a:pt x="1205" y="2392358"/>
                </a:lnTo>
                <a:lnTo>
                  <a:pt x="4565974" y="2572377"/>
                </a:lnTo>
                <a:lnTo>
                  <a:pt x="4565931" y="2572354"/>
                </a:lnTo>
                <a:lnTo>
                  <a:pt x="0" y="1539891"/>
                </a:lnTo>
                <a:lnTo>
                  <a:pt x="0" y="1153505"/>
                </a:lnTo>
                <a:lnTo>
                  <a:pt x="4564271" y="2571481"/>
                </a:lnTo>
                <a:lnTo>
                  <a:pt x="630" y="171286"/>
                </a:lnTo>
                <a:close/>
                <a:moveTo>
                  <a:pt x="9144554" y="286"/>
                </a:moveTo>
                <a:lnTo>
                  <a:pt x="9144554" y="171286"/>
                </a:lnTo>
                <a:lnTo>
                  <a:pt x="4580915" y="2571480"/>
                </a:lnTo>
                <a:lnTo>
                  <a:pt x="9145184" y="1153505"/>
                </a:lnTo>
                <a:lnTo>
                  <a:pt x="9145184" y="1539891"/>
                </a:lnTo>
                <a:lnTo>
                  <a:pt x="4579254" y="2572354"/>
                </a:lnTo>
                <a:lnTo>
                  <a:pt x="4579211" y="2572377"/>
                </a:lnTo>
                <a:lnTo>
                  <a:pt x="9143978" y="2392358"/>
                </a:lnTo>
                <a:lnTo>
                  <a:pt x="9143979" y="2752816"/>
                </a:lnTo>
                <a:lnTo>
                  <a:pt x="4578467" y="2572767"/>
                </a:lnTo>
                <a:lnTo>
                  <a:pt x="4578048" y="2572988"/>
                </a:lnTo>
                <a:lnTo>
                  <a:pt x="4578402" y="2572765"/>
                </a:lnTo>
                <a:lnTo>
                  <a:pt x="4577580" y="2572732"/>
                </a:lnTo>
                <a:lnTo>
                  <a:pt x="4575024" y="2573310"/>
                </a:lnTo>
                <a:lnTo>
                  <a:pt x="4576963" y="2572708"/>
                </a:lnTo>
                <a:lnTo>
                  <a:pt x="4575590" y="2572654"/>
                </a:lnTo>
                <a:lnTo>
                  <a:pt x="4575557" y="2572684"/>
                </a:lnTo>
                <a:lnTo>
                  <a:pt x="4575585" y="2572654"/>
                </a:lnTo>
                <a:lnTo>
                  <a:pt x="4573884" y="2572587"/>
                </a:lnTo>
                <a:lnTo>
                  <a:pt x="4575714" y="2572515"/>
                </a:lnTo>
                <a:lnTo>
                  <a:pt x="6952676" y="376"/>
                </a:lnTo>
                <a:lnTo>
                  <a:pt x="7359080" y="376"/>
                </a:lnTo>
                <a:lnTo>
                  <a:pt x="4575742" y="2572513"/>
                </a:lnTo>
                <a:lnTo>
                  <a:pt x="4577858" y="2572430"/>
                </a:lnTo>
                <a:lnTo>
                  <a:pt x="4579973" y="2571773"/>
                </a:lnTo>
                <a:lnTo>
                  <a:pt x="8654212" y="286"/>
                </a:lnTo>
                <a:close/>
                <a:moveTo>
                  <a:pt x="3219926" y="0"/>
                </a:moveTo>
                <a:lnTo>
                  <a:pt x="4568537" y="2564195"/>
                </a:lnTo>
                <a:lnTo>
                  <a:pt x="4571749" y="2549991"/>
                </a:lnTo>
                <a:lnTo>
                  <a:pt x="3779558" y="38"/>
                </a:lnTo>
                <a:lnTo>
                  <a:pt x="3996832" y="38"/>
                </a:lnTo>
                <a:lnTo>
                  <a:pt x="4572260" y="2544793"/>
                </a:lnTo>
                <a:lnTo>
                  <a:pt x="4471935" y="837"/>
                </a:lnTo>
                <a:lnTo>
                  <a:pt x="4674477" y="837"/>
                </a:lnTo>
                <a:lnTo>
                  <a:pt x="4574412" y="2538215"/>
                </a:lnTo>
                <a:lnTo>
                  <a:pt x="5148352" y="38"/>
                </a:lnTo>
                <a:lnTo>
                  <a:pt x="5365626" y="38"/>
                </a:lnTo>
                <a:lnTo>
                  <a:pt x="4574021" y="2548106"/>
                </a:lnTo>
                <a:lnTo>
                  <a:pt x="4573871" y="2551916"/>
                </a:lnTo>
                <a:lnTo>
                  <a:pt x="4576648" y="2564195"/>
                </a:lnTo>
                <a:lnTo>
                  <a:pt x="5925258" y="0"/>
                </a:lnTo>
                <a:lnTo>
                  <a:pt x="6195680" y="0"/>
                </a:lnTo>
                <a:lnTo>
                  <a:pt x="4576812" y="2564920"/>
                </a:lnTo>
                <a:lnTo>
                  <a:pt x="4577948" y="2569947"/>
                </a:lnTo>
                <a:lnTo>
                  <a:pt x="4576527" y="2565371"/>
                </a:lnTo>
                <a:lnTo>
                  <a:pt x="4573542" y="2570100"/>
                </a:lnTo>
                <a:lnTo>
                  <a:pt x="4576342" y="2564777"/>
                </a:lnTo>
                <a:lnTo>
                  <a:pt x="4573699" y="2556271"/>
                </a:lnTo>
                <a:lnTo>
                  <a:pt x="4573206" y="2568777"/>
                </a:lnTo>
                <a:lnTo>
                  <a:pt x="4572575" y="2552763"/>
                </a:lnTo>
                <a:lnTo>
                  <a:pt x="4568842" y="2564777"/>
                </a:lnTo>
                <a:lnTo>
                  <a:pt x="4571642" y="2570100"/>
                </a:lnTo>
                <a:lnTo>
                  <a:pt x="4568658" y="2565371"/>
                </a:lnTo>
                <a:lnTo>
                  <a:pt x="4567236" y="2569947"/>
                </a:lnTo>
                <a:lnTo>
                  <a:pt x="4568373" y="2564920"/>
                </a:lnTo>
                <a:lnTo>
                  <a:pt x="2949504" y="0"/>
                </a:lnTo>
                <a:close/>
              </a:path>
            </a:pathLst>
          </a:custGeom>
          <a:gradFill>
            <a:gsLst>
              <a:gs pos="0">
                <a:schemeClr val="bg1">
                  <a:alpha val="1000"/>
                </a:schemeClr>
              </a:gs>
              <a:gs pos="100000">
                <a:schemeClr val="bg1">
                  <a:alpha val="1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sp>
        <p:nvSpPr>
          <p:cNvPr id="2" name="Título 1"/>
          <p:cNvSpPr>
            <a:spLocks noGrp="1"/>
          </p:cNvSpPr>
          <p:nvPr>
            <p:ph type="title"/>
          </p:nvPr>
        </p:nvSpPr>
        <p:spPr>
          <a:xfrm>
            <a:off x="6399133" y="1905000"/>
            <a:ext cx="5180251" cy="1727200"/>
          </a:xfrm>
        </p:spPr>
        <p:txBody>
          <a:bodyPr rtlCol="0" anchor="b" anchorCtr="0">
            <a:normAutofit/>
          </a:bodyPr>
          <a:lstStyle>
            <a:lvl1pPr algn="l" rtl="0">
              <a:defRPr sz="2800" b="0"/>
            </a:lvl1pPr>
          </a:lstStyle>
          <a:p>
            <a:pPr rtl="0"/>
            <a:r>
              <a:rPr lang="es-ES" noProof="0"/>
              <a:t>Haga clic para modificar el estilo de título del patrón</a:t>
            </a:r>
            <a:endParaRPr lang="es-ES" noProof="0" dirty="0"/>
          </a:p>
        </p:txBody>
      </p:sp>
      <p:sp>
        <p:nvSpPr>
          <p:cNvPr id="9" name="Rectángulo 8"/>
          <p:cNvSpPr/>
          <p:nvPr/>
        </p:nvSpPr>
        <p:spPr>
          <a:xfrm>
            <a:off x="0" y="-1115"/>
            <a:ext cx="6093594" cy="68591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sp>
        <p:nvSpPr>
          <p:cNvPr id="3" name="Marcador de posición de imagen 2" descr="Marcador de posición vacío para agregar una imagen. Haga clic en el marcador de posición y seleccione la imagen que desee agregar.&#10;"/>
          <p:cNvSpPr>
            <a:spLocks noGrp="1"/>
          </p:cNvSpPr>
          <p:nvPr>
            <p:ph type="pic" idx="1"/>
          </p:nvPr>
        </p:nvSpPr>
        <p:spPr>
          <a:xfrm>
            <a:off x="507869" y="482601"/>
            <a:ext cx="5077859" cy="5862706"/>
          </a:xfrm>
          <a:noFill/>
          <a:ln w="9525">
            <a:noFill/>
            <a:miter lim="800000"/>
          </a:ln>
          <a:effectLst/>
        </p:spPr>
        <p:txBody>
          <a:bodyPr rtlCol="0">
            <a:normAutofit/>
          </a:bodyPr>
          <a:lstStyle>
            <a:lvl1pPr marL="0" indent="0" algn="ctr" rtl="0">
              <a:buNone/>
              <a:defRPr sz="2700"/>
            </a:lvl1pPr>
            <a:lvl2pPr marL="609493" indent="0" algn="l" rtl="0">
              <a:buNone/>
              <a:defRPr sz="3700"/>
            </a:lvl2pPr>
            <a:lvl3pPr marL="1218987" indent="0" algn="l" rtl="0">
              <a:buNone/>
              <a:defRPr sz="3200"/>
            </a:lvl3pPr>
            <a:lvl4pPr marL="1828480" indent="0" algn="l" rtl="0">
              <a:buNone/>
              <a:defRPr sz="2700"/>
            </a:lvl4pPr>
            <a:lvl5pPr marL="2437973" indent="0" algn="l" rtl="0">
              <a:buNone/>
              <a:defRPr sz="2700"/>
            </a:lvl5pPr>
            <a:lvl6pPr marL="3047467" indent="0" algn="l" rtl="0">
              <a:buNone/>
              <a:defRPr sz="2700"/>
            </a:lvl6pPr>
            <a:lvl7pPr marL="3656960" indent="0" algn="l" rtl="0">
              <a:buNone/>
              <a:defRPr sz="2700"/>
            </a:lvl7pPr>
            <a:lvl8pPr marL="4266453" indent="0" algn="l" rtl="0">
              <a:buNone/>
              <a:defRPr sz="2700"/>
            </a:lvl8pPr>
            <a:lvl9pPr marL="4875947" indent="0" algn="l" rtl="0">
              <a:buNone/>
              <a:defRPr sz="2700"/>
            </a:lvl9pPr>
          </a:lstStyle>
          <a:p>
            <a:pPr rtl="0"/>
            <a:r>
              <a:rPr lang="es-ES" noProof="0"/>
              <a:t>Haga clic en el icono para agregar una imagen</a:t>
            </a:r>
            <a:endParaRPr lang="es-ES" noProof="0" dirty="0"/>
          </a:p>
        </p:txBody>
      </p:sp>
      <p:sp>
        <p:nvSpPr>
          <p:cNvPr id="4" name="Marcador de posición de texto 3"/>
          <p:cNvSpPr>
            <a:spLocks noGrp="1"/>
          </p:cNvSpPr>
          <p:nvPr>
            <p:ph type="body" sz="half" idx="2"/>
          </p:nvPr>
        </p:nvSpPr>
        <p:spPr>
          <a:xfrm>
            <a:off x="6399133" y="3733800"/>
            <a:ext cx="5180251" cy="1727200"/>
          </a:xfrm>
        </p:spPr>
        <p:txBody>
          <a:bodyPr rtlCol="0">
            <a:normAutofit/>
          </a:bodyPr>
          <a:lstStyle>
            <a:lvl1pPr marL="0" indent="0" algn="l" rtl="0">
              <a:spcBef>
                <a:spcPts val="1600"/>
              </a:spcBef>
              <a:buNone/>
              <a:defRPr sz="2000">
                <a:solidFill>
                  <a:schemeClr val="tx1"/>
                </a:solidFill>
              </a:defRPr>
            </a:lvl1pPr>
            <a:lvl2pPr marL="609493" indent="0" algn="l" rtl="0">
              <a:buNone/>
              <a:defRPr sz="1600"/>
            </a:lvl2pPr>
            <a:lvl3pPr marL="1218987" indent="0" algn="l" rtl="0">
              <a:buNone/>
              <a:defRPr sz="1300"/>
            </a:lvl3pPr>
            <a:lvl4pPr marL="1828480" indent="0" algn="l" rtl="0">
              <a:buNone/>
              <a:defRPr sz="1200"/>
            </a:lvl4pPr>
            <a:lvl5pPr marL="2437973" indent="0" algn="l" rtl="0">
              <a:buNone/>
              <a:defRPr sz="1200"/>
            </a:lvl5pPr>
            <a:lvl6pPr marL="3047467" indent="0" algn="l" rtl="0">
              <a:buNone/>
              <a:defRPr sz="1200"/>
            </a:lvl6pPr>
            <a:lvl7pPr marL="3656960" indent="0" algn="l" rtl="0">
              <a:buNone/>
              <a:defRPr sz="1200"/>
            </a:lvl7pPr>
            <a:lvl8pPr marL="4266453" indent="0" algn="l" rtl="0">
              <a:buNone/>
              <a:defRPr sz="1200"/>
            </a:lvl8pPr>
            <a:lvl9pPr marL="4875947" indent="0" algn="l" rtl="0">
              <a:buNone/>
              <a:defRPr sz="1200"/>
            </a:lvl9pPr>
          </a:lstStyle>
          <a:p>
            <a:pPr lvl="0" rtl="0"/>
            <a:r>
              <a:rPr lang="es-ES" noProof="0"/>
              <a:t>Haga clic para modificar los estilos de texto del patrón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n alternativa con leyenda">
    <p:spTree>
      <p:nvGrpSpPr>
        <p:cNvPr id="1" name=""/>
        <p:cNvGrpSpPr/>
        <p:nvPr/>
      </p:nvGrpSpPr>
      <p:grpSpPr>
        <a:xfrm>
          <a:off x="0" y="0"/>
          <a:ext cx="0" cy="0"/>
          <a:chOff x="0" y="0"/>
          <a:chExt cx="0" cy="0"/>
        </a:xfrm>
      </p:grpSpPr>
      <p:sp>
        <p:nvSpPr>
          <p:cNvPr id="2" name="Título 1"/>
          <p:cNvSpPr>
            <a:spLocks noGrp="1"/>
          </p:cNvSpPr>
          <p:nvPr>
            <p:ph type="title"/>
          </p:nvPr>
        </p:nvSpPr>
        <p:spPr>
          <a:xfrm>
            <a:off x="7821163" y="482600"/>
            <a:ext cx="3961368" cy="1422400"/>
          </a:xfrm>
        </p:spPr>
        <p:txBody>
          <a:bodyPr rtlCol="0" anchor="b" anchorCtr="0">
            <a:noAutofit/>
          </a:bodyPr>
          <a:lstStyle>
            <a:lvl1pPr algn="l" rtl="0">
              <a:defRPr sz="2800" b="0"/>
            </a:lvl1pPr>
          </a:lstStyle>
          <a:p>
            <a:pPr rtl="0"/>
            <a:r>
              <a:rPr lang="es-ES" noProof="0"/>
              <a:t>Haga clic para modificar el estilo de título del patrón</a:t>
            </a:r>
            <a:endParaRPr lang="es-ES" noProof="0" dirty="0"/>
          </a:p>
        </p:txBody>
      </p:sp>
      <p:sp>
        <p:nvSpPr>
          <p:cNvPr id="9" name="Rectángulo 8" descr="&#10;"/>
          <p:cNvSpPr/>
          <p:nvPr/>
        </p:nvSpPr>
        <p:spPr>
          <a:xfrm>
            <a:off x="0" y="-1115"/>
            <a:ext cx="7618016" cy="68591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es-ES" noProof="0" dirty="0"/>
          </a:p>
        </p:txBody>
      </p:sp>
      <p:sp>
        <p:nvSpPr>
          <p:cNvPr id="3" name="Marcador de posición de imagen 2" descr="Marcador de posición vacío para agregar una imagen. Haga clic en el marcador de posición y seleccione la imagen que desee agregar.&#10;"/>
          <p:cNvSpPr>
            <a:spLocks noGrp="1"/>
          </p:cNvSpPr>
          <p:nvPr>
            <p:ph type="pic" idx="1"/>
          </p:nvPr>
        </p:nvSpPr>
        <p:spPr>
          <a:xfrm>
            <a:off x="507868" y="482600"/>
            <a:ext cx="6602281" cy="5842001"/>
          </a:xfrm>
          <a:noFill/>
          <a:ln w="9525">
            <a:noFill/>
            <a:miter lim="800000"/>
          </a:ln>
          <a:effectLst/>
        </p:spPr>
        <p:txBody>
          <a:bodyPr rtlCol="0">
            <a:normAutofit/>
          </a:bodyPr>
          <a:lstStyle>
            <a:lvl1pPr marL="0" indent="0" algn="ctr" rtl="0">
              <a:buNone/>
              <a:defRPr sz="2700"/>
            </a:lvl1pPr>
            <a:lvl2pPr marL="609493" indent="0" algn="l" rtl="0">
              <a:buNone/>
              <a:defRPr sz="3700"/>
            </a:lvl2pPr>
            <a:lvl3pPr marL="1218987" indent="0" algn="l" rtl="0">
              <a:buNone/>
              <a:defRPr sz="3200"/>
            </a:lvl3pPr>
            <a:lvl4pPr marL="1828480" indent="0" algn="l" rtl="0">
              <a:buNone/>
              <a:defRPr sz="2700"/>
            </a:lvl4pPr>
            <a:lvl5pPr marL="2437973" indent="0" algn="l" rtl="0">
              <a:buNone/>
              <a:defRPr sz="2700"/>
            </a:lvl5pPr>
            <a:lvl6pPr marL="3047467" indent="0" algn="l" rtl="0">
              <a:buNone/>
              <a:defRPr sz="2700"/>
            </a:lvl6pPr>
            <a:lvl7pPr marL="3656960" indent="0" algn="l" rtl="0">
              <a:buNone/>
              <a:defRPr sz="2700"/>
            </a:lvl7pPr>
            <a:lvl8pPr marL="4266453" indent="0" algn="l" rtl="0">
              <a:buNone/>
              <a:defRPr sz="2700"/>
            </a:lvl8pPr>
            <a:lvl9pPr marL="4875947" indent="0" algn="l" rtl="0">
              <a:buNone/>
              <a:defRPr sz="2700"/>
            </a:lvl9pPr>
          </a:lstStyle>
          <a:p>
            <a:pPr rtl="0"/>
            <a:r>
              <a:rPr lang="es-ES" noProof="0"/>
              <a:t>Haga clic en el icono para agregar una imagen</a:t>
            </a:r>
            <a:endParaRPr lang="es-ES" noProof="0" dirty="0"/>
          </a:p>
        </p:txBody>
      </p:sp>
      <p:sp>
        <p:nvSpPr>
          <p:cNvPr id="4" name="Marcador de posición de texto 3"/>
          <p:cNvSpPr>
            <a:spLocks noGrp="1"/>
          </p:cNvSpPr>
          <p:nvPr>
            <p:ph type="body" sz="half" idx="2"/>
          </p:nvPr>
        </p:nvSpPr>
        <p:spPr>
          <a:xfrm>
            <a:off x="7821163" y="2108200"/>
            <a:ext cx="3961368" cy="4267200"/>
          </a:xfrm>
        </p:spPr>
        <p:txBody>
          <a:bodyPr rtlCol="0">
            <a:normAutofit/>
          </a:bodyPr>
          <a:lstStyle>
            <a:lvl1pPr marL="0" indent="0" algn="l" rtl="0">
              <a:spcBef>
                <a:spcPts val="1600"/>
              </a:spcBef>
              <a:buNone/>
              <a:defRPr sz="2000">
                <a:solidFill>
                  <a:schemeClr val="tx1"/>
                </a:solidFill>
              </a:defRPr>
            </a:lvl1pPr>
            <a:lvl2pPr marL="609493" indent="0" algn="l" rtl="0">
              <a:buNone/>
              <a:defRPr sz="1600"/>
            </a:lvl2pPr>
            <a:lvl3pPr marL="1218987" indent="0" algn="l" rtl="0">
              <a:buNone/>
              <a:defRPr sz="1300"/>
            </a:lvl3pPr>
            <a:lvl4pPr marL="1828480" indent="0" algn="l" rtl="0">
              <a:buNone/>
              <a:defRPr sz="1200"/>
            </a:lvl4pPr>
            <a:lvl5pPr marL="2437973" indent="0" algn="l" rtl="0">
              <a:buNone/>
              <a:defRPr sz="1200"/>
            </a:lvl5pPr>
            <a:lvl6pPr marL="3047467" indent="0" algn="l" rtl="0">
              <a:buNone/>
              <a:defRPr sz="1200"/>
            </a:lvl6pPr>
            <a:lvl7pPr marL="3656960" indent="0" algn="l" rtl="0">
              <a:buNone/>
              <a:defRPr sz="1200"/>
            </a:lvl7pPr>
            <a:lvl8pPr marL="4266453" indent="0" algn="l" rtl="0">
              <a:buNone/>
              <a:defRPr sz="1200"/>
            </a:lvl8pPr>
            <a:lvl9pPr marL="4875947" indent="0" algn="l" rtl="0">
              <a:buNone/>
              <a:defRPr sz="1200"/>
            </a:lvl9pPr>
          </a:lstStyle>
          <a:p>
            <a:pPr lvl="0" rtl="0"/>
            <a:r>
              <a:rPr lang="es-ES" noProof="0"/>
              <a:t>Haga clic para modificar los estilos de texto del patrón</a:t>
            </a:r>
          </a:p>
        </p:txBody>
      </p:sp>
    </p:spTree>
    <p:extLst>
      <p:ext uri="{BB962C8B-B14F-4D97-AF65-F5344CB8AC3E}">
        <p14:creationId xmlns:p14="http://schemas.microsoft.com/office/powerpoint/2010/main" val="2076303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posición de texto vertical 2"/>
          <p:cNvSpPr>
            <a:spLocks noGrp="1"/>
          </p:cNvSpPr>
          <p:nvPr>
            <p:ph type="body" orient="vert" idx="1"/>
          </p:nvPr>
        </p:nvSpPr>
        <p:spPr/>
        <p:txBody>
          <a:bodyPr vert="eaVert" rtlCol="0"/>
          <a:lstStyle>
            <a:lvl5pPr algn="l" rtl="0">
              <a:defRPr/>
            </a:lvl5pPr>
            <a:lvl6pPr marL="2669581" algn="l" rtl="0">
              <a:defRPr baseline="0"/>
            </a:lvl6pPr>
            <a:lvl7pPr marL="2669581" algn="l" rtl="0">
              <a:defRPr baseline="0"/>
            </a:lvl7pPr>
            <a:lvl8pPr marL="2669581" algn="l" rtl="0">
              <a:defRPr baseline="0"/>
            </a:lvl8pPr>
            <a:lvl9pPr marL="2669581" algn="l" rtl="0">
              <a:defRPr baseline="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5" name="Marcador de posición de pie de página 4"/>
          <p:cNvSpPr>
            <a:spLocks noGrp="1"/>
          </p:cNvSpPr>
          <p:nvPr>
            <p:ph type="ftr" sz="quarter" idx="11"/>
          </p:nvPr>
        </p:nvSpPr>
        <p:spPr/>
        <p:txBody>
          <a:bodyPr rtlCol="0"/>
          <a:lstStyle/>
          <a:p>
            <a:pPr rtl="0"/>
            <a:endParaRPr lang="es-ES" noProof="0" dirty="0"/>
          </a:p>
        </p:txBody>
      </p:sp>
      <p:sp>
        <p:nvSpPr>
          <p:cNvPr id="4" name="Marcador de posición de fecha 3"/>
          <p:cNvSpPr>
            <a:spLocks noGrp="1"/>
          </p:cNvSpPr>
          <p:nvPr>
            <p:ph type="dt" sz="half" idx="10"/>
          </p:nvPr>
        </p:nvSpPr>
        <p:spPr/>
        <p:txBody>
          <a:bodyPr rtlCol="0"/>
          <a:lstStyle>
            <a:lvl1pPr>
              <a:defRPr/>
            </a:lvl1pPr>
          </a:lstStyle>
          <a:p>
            <a:fld id="{D50A0445-18EE-4C70-BC3D-024D088A5750}" type="datetime1">
              <a:rPr lang="es-ES" noProof="0" smtClean="0"/>
              <a:pPr/>
              <a:t>26/05/2025</a:t>
            </a:fld>
            <a:endParaRPr lang="es-ES" noProof="0" dirty="0"/>
          </a:p>
        </p:txBody>
      </p:sp>
      <p:sp>
        <p:nvSpPr>
          <p:cNvPr id="6" name="Marcador de posición de número de diapositiva 5"/>
          <p:cNvSpPr>
            <a:spLocks noGrp="1"/>
          </p:cNvSpPr>
          <p:nvPr>
            <p:ph type="sldNum" sz="quarter" idx="12"/>
          </p:nvPr>
        </p:nvSpPr>
        <p:spPr/>
        <p:txBody>
          <a:bodyPr rtlCol="0"/>
          <a:lstStyle/>
          <a:p>
            <a:pPr rtl="0"/>
            <a:fld id="{E5FD5434-F838-4DD4-A17B-1CB1A1850DF4}" type="slidenum">
              <a:rPr lang="es-ES" noProof="0" smtClean="0"/>
              <a:t>‹Nº›</a:t>
            </a:fld>
            <a:endParaRPr lang="es-ES" noProof="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10040043" y="482599"/>
            <a:ext cx="1843982" cy="5791201"/>
          </a:xfrm>
        </p:spPr>
        <p:txBody>
          <a:bodyPr vert="eaVert" rtlCol="0"/>
          <a:lstStyle/>
          <a:p>
            <a:pPr rtl="0"/>
            <a:r>
              <a:rPr lang="es-ES" noProof="0"/>
              <a:t>Haga clic para modificar el estilo de título del patrón</a:t>
            </a:r>
            <a:endParaRPr lang="es-ES" noProof="0" dirty="0"/>
          </a:p>
        </p:txBody>
      </p:sp>
      <p:sp>
        <p:nvSpPr>
          <p:cNvPr id="3" name="Marcador de posición de texto vertical 2"/>
          <p:cNvSpPr>
            <a:spLocks noGrp="1"/>
          </p:cNvSpPr>
          <p:nvPr>
            <p:ph type="body" orient="vert" idx="1"/>
          </p:nvPr>
        </p:nvSpPr>
        <p:spPr>
          <a:xfrm>
            <a:off x="914162" y="482599"/>
            <a:ext cx="9040045" cy="5791201"/>
          </a:xfrm>
        </p:spPr>
        <p:txBody>
          <a:bodyPr vert="eaVert" rtlCol="0"/>
          <a:lstStyle>
            <a:lvl5pPr algn="l" rtl="0">
              <a:defRPr/>
            </a:lvl5pPr>
            <a:lvl6pPr algn="l" rtl="0">
              <a:defRPr/>
            </a:lvl6pPr>
            <a:lvl7pPr algn="l" rtl="0">
              <a:defRPr/>
            </a:lvl7pPr>
            <a:lvl8pPr algn="l" rtl="0">
              <a:defRPr baseline="0"/>
            </a:lvl8pPr>
            <a:lvl9pPr algn="l" rtl="0">
              <a:defRPr baseline="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5" name="Marcador de posición de pie de página 4"/>
          <p:cNvSpPr>
            <a:spLocks noGrp="1"/>
          </p:cNvSpPr>
          <p:nvPr>
            <p:ph type="ftr" sz="quarter" idx="11"/>
          </p:nvPr>
        </p:nvSpPr>
        <p:spPr/>
        <p:txBody>
          <a:bodyPr rtlCol="0"/>
          <a:lstStyle/>
          <a:p>
            <a:pPr rtl="0"/>
            <a:endParaRPr lang="es-ES" noProof="0" dirty="0"/>
          </a:p>
        </p:txBody>
      </p:sp>
      <p:sp>
        <p:nvSpPr>
          <p:cNvPr id="4" name="Marcador de posición de fecha 3"/>
          <p:cNvSpPr>
            <a:spLocks noGrp="1"/>
          </p:cNvSpPr>
          <p:nvPr>
            <p:ph type="dt" sz="half" idx="10"/>
          </p:nvPr>
        </p:nvSpPr>
        <p:spPr/>
        <p:txBody>
          <a:bodyPr rtlCol="0"/>
          <a:lstStyle>
            <a:lvl1pPr>
              <a:defRPr/>
            </a:lvl1pPr>
          </a:lstStyle>
          <a:p>
            <a:fld id="{D194CE0A-7A00-4D17-9E5D-CD4AC42A6DB3}" type="datetime1">
              <a:rPr lang="es-ES" noProof="0" smtClean="0"/>
              <a:pPr/>
              <a:t>26/05/2025</a:t>
            </a:fld>
            <a:endParaRPr lang="es-ES" noProof="0" dirty="0"/>
          </a:p>
        </p:txBody>
      </p:sp>
      <p:sp>
        <p:nvSpPr>
          <p:cNvPr id="6" name="Marcador de posición de número de diapositiva 5"/>
          <p:cNvSpPr>
            <a:spLocks noGrp="1"/>
          </p:cNvSpPr>
          <p:nvPr>
            <p:ph type="sldNum" sz="quarter" idx="12"/>
          </p:nvPr>
        </p:nvSpPr>
        <p:spPr/>
        <p:txBody>
          <a:bodyPr rtlCol="0"/>
          <a:lstStyle/>
          <a:p>
            <a:pPr rtl="0"/>
            <a:fld id="{E5FD5434-F838-4DD4-A17B-1CB1A1850DF4}" type="slidenum">
              <a:rPr lang="es-ES" noProof="0" smtClean="0"/>
              <a:t>‹Nº›</a:t>
            </a:fld>
            <a:endParaRPr lang="es-ES" noProof="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Marcador de posición de título 1"/>
          <p:cNvSpPr>
            <a:spLocks noGrp="1"/>
          </p:cNvSpPr>
          <p:nvPr>
            <p:ph type="title"/>
          </p:nvPr>
        </p:nvSpPr>
        <p:spPr>
          <a:xfrm>
            <a:off x="914162" y="482600"/>
            <a:ext cx="10360501" cy="1219200"/>
          </a:xfrm>
          <a:prstGeom prst="rect">
            <a:avLst/>
          </a:prstGeom>
          <a:effectLst/>
        </p:spPr>
        <p:txBody>
          <a:bodyPr vert="horz" lIns="121899" tIns="60949" rIns="121899" bIns="60949" rtlCol="0" anchor="b" anchorCtr="0">
            <a:normAutofit/>
          </a:bodyPr>
          <a:lstStyle/>
          <a:p>
            <a:pPr rtl="0"/>
            <a:r>
              <a:rPr lang="es-ES" noProof="0" dirty="0"/>
              <a:t>Haga clic para modificar el estilo de título del patrón</a:t>
            </a:r>
          </a:p>
        </p:txBody>
      </p:sp>
      <p:sp>
        <p:nvSpPr>
          <p:cNvPr id="3" name="Marcador de posición de texto 2"/>
          <p:cNvSpPr>
            <a:spLocks noGrp="1"/>
          </p:cNvSpPr>
          <p:nvPr>
            <p:ph type="body" idx="1"/>
          </p:nvPr>
        </p:nvSpPr>
        <p:spPr>
          <a:xfrm>
            <a:off x="914162" y="1803401"/>
            <a:ext cx="10360501" cy="4470400"/>
          </a:xfrm>
          <a:prstGeom prst="rect">
            <a:avLst/>
          </a:prstGeom>
        </p:spPr>
        <p:txBody>
          <a:bodyPr vert="horz" lIns="121899" tIns="60949" rIns="121899" bIns="60949" rtlCol="0">
            <a:normAutofit/>
          </a:bodyPr>
          <a:lstStyle/>
          <a:p>
            <a:pPr lvl="0" rtl="0"/>
            <a:r>
              <a:rPr lang="es-ES" noProof="0" dirty="0"/>
              <a:t>Editar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5" name="Marcador de posición de pie de página 4"/>
          <p:cNvSpPr>
            <a:spLocks noGrp="1"/>
          </p:cNvSpPr>
          <p:nvPr>
            <p:ph type="ftr" sz="quarter" idx="3"/>
          </p:nvPr>
        </p:nvSpPr>
        <p:spPr>
          <a:xfrm>
            <a:off x="914162" y="6375400"/>
            <a:ext cx="7414869" cy="195072"/>
          </a:xfrm>
          <a:prstGeom prst="rect">
            <a:avLst/>
          </a:prstGeom>
        </p:spPr>
        <p:txBody>
          <a:bodyPr vert="horz" lIns="121899" tIns="60949" rIns="121899" bIns="60949" rtlCol="0" anchor="ctr"/>
          <a:lstStyle>
            <a:lvl1pPr algn="l" rtl="0">
              <a:defRPr sz="1100">
                <a:solidFill>
                  <a:schemeClr val="tx1"/>
                </a:solidFill>
              </a:defRPr>
            </a:lvl1pPr>
          </a:lstStyle>
          <a:p>
            <a:pPr rtl="0"/>
            <a:endParaRPr lang="es-ES" noProof="0" dirty="0"/>
          </a:p>
        </p:txBody>
      </p:sp>
      <p:sp>
        <p:nvSpPr>
          <p:cNvPr id="4" name="Marcador de posición de fecha 3"/>
          <p:cNvSpPr>
            <a:spLocks noGrp="1"/>
          </p:cNvSpPr>
          <p:nvPr>
            <p:ph type="dt" sz="half" idx="2"/>
          </p:nvPr>
        </p:nvSpPr>
        <p:spPr>
          <a:xfrm>
            <a:off x="8735324" y="6375400"/>
            <a:ext cx="1422030" cy="195072"/>
          </a:xfrm>
          <a:prstGeom prst="rect">
            <a:avLst/>
          </a:prstGeom>
        </p:spPr>
        <p:txBody>
          <a:bodyPr vert="horz" lIns="121899" tIns="60949" rIns="121899" bIns="60949" rtlCol="0" anchor="ctr"/>
          <a:lstStyle>
            <a:lvl1pPr algn="r" rtl="0">
              <a:defRPr sz="1100">
                <a:solidFill>
                  <a:schemeClr val="tx1"/>
                </a:solidFill>
              </a:defRPr>
            </a:lvl1pPr>
          </a:lstStyle>
          <a:p>
            <a:fld id="{45FD839E-BC80-419A-8F19-8F1355F80B16}" type="datetime1">
              <a:rPr lang="es-ES" noProof="0" smtClean="0"/>
              <a:pPr/>
              <a:t>26/05/2025</a:t>
            </a:fld>
            <a:endParaRPr lang="es-ES" noProof="0" dirty="0"/>
          </a:p>
        </p:txBody>
      </p:sp>
      <p:sp>
        <p:nvSpPr>
          <p:cNvPr id="6" name="Marcador de posición de número de diapositiva 5"/>
          <p:cNvSpPr>
            <a:spLocks noGrp="1"/>
          </p:cNvSpPr>
          <p:nvPr>
            <p:ph type="sldNum" sz="quarter" idx="4"/>
          </p:nvPr>
        </p:nvSpPr>
        <p:spPr>
          <a:xfrm>
            <a:off x="10441760" y="6375400"/>
            <a:ext cx="832903" cy="195072"/>
          </a:xfrm>
          <a:prstGeom prst="rect">
            <a:avLst/>
          </a:prstGeom>
        </p:spPr>
        <p:txBody>
          <a:bodyPr vert="horz" lIns="121899" tIns="60949" rIns="121899" bIns="60949" rtlCol="0" anchor="ctr"/>
          <a:lstStyle>
            <a:lvl1pPr algn="r" rtl="0">
              <a:defRPr sz="1100">
                <a:solidFill>
                  <a:schemeClr val="tx1"/>
                </a:solidFill>
              </a:defRPr>
            </a:lvl1pPr>
          </a:lstStyle>
          <a:p>
            <a:fld id="{E5FD5434-F838-4DD4-A17B-1CB1A1850DF4}" type="slidenum">
              <a:rPr lang="es-ES" noProof="0" smtClean="0"/>
              <a:pPr/>
              <a:t>‹Nº›</a:t>
            </a:fld>
            <a:endParaRPr lang="es-ES" noProof="0" dirty="0"/>
          </a:p>
        </p:txBody>
      </p:sp>
    </p:spTree>
  </p:cSld>
  <p:clrMap bg1="dk1" tx1="lt1" bg2="dk2" tx2="lt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82" r:id="rId10"/>
    <p:sldLayoutId id="2147483678" r:id="rId11"/>
    <p:sldLayoutId id="214748367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8987"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74320" indent="-274320" algn="l" defTabSz="1218987" rtl="0" eaLnBrk="1" latinLnBrk="0" hangingPunct="1">
        <a:lnSpc>
          <a:spcPct val="90000"/>
        </a:lnSpc>
        <a:spcBef>
          <a:spcPts val="1600"/>
        </a:spcBef>
        <a:buClr>
          <a:schemeClr val="tx2"/>
        </a:buClr>
        <a:buSzPct val="90000"/>
        <a:buFont typeface="Arial" pitchFamily="34" charset="0"/>
        <a:buChar char="•"/>
        <a:defRPr sz="2800" kern="1200">
          <a:solidFill>
            <a:schemeClr val="tx1"/>
          </a:solidFill>
          <a:latin typeface="+mn-lt"/>
          <a:ea typeface="+mn-ea"/>
          <a:cs typeface="+mn-cs"/>
        </a:defRPr>
      </a:lvl1pPr>
      <a:lvl2pPr marL="548640" indent="-274320" algn="l" defTabSz="1218987" rtl="0" eaLnBrk="1" latinLnBrk="0" hangingPunct="1">
        <a:lnSpc>
          <a:spcPct val="90000"/>
        </a:lnSpc>
        <a:spcBef>
          <a:spcPts val="800"/>
        </a:spcBef>
        <a:buClr>
          <a:schemeClr val="tx2"/>
        </a:buClr>
        <a:buSzPct val="90000"/>
        <a:buFont typeface="Cambria" pitchFamily="18" charset="0"/>
        <a:buChar char="–"/>
        <a:defRPr sz="2400" kern="1200">
          <a:solidFill>
            <a:schemeClr val="tx1"/>
          </a:solidFill>
          <a:latin typeface="+mn-lt"/>
          <a:ea typeface="+mn-ea"/>
          <a:cs typeface="+mn-cs"/>
        </a:defRPr>
      </a:lvl2pPr>
      <a:lvl3pPr marL="822960" indent="-274320" algn="l" defTabSz="1218987" rtl="0" eaLnBrk="1" latinLnBrk="0" hangingPunct="1">
        <a:lnSpc>
          <a:spcPct val="90000"/>
        </a:lnSpc>
        <a:spcBef>
          <a:spcPts val="800"/>
        </a:spcBef>
        <a:buClr>
          <a:schemeClr val="tx2"/>
        </a:buClr>
        <a:buFont typeface="Arial" pitchFamily="34" charset="0"/>
        <a:buChar char="•"/>
        <a:defRPr sz="2000" kern="1200">
          <a:solidFill>
            <a:schemeClr val="tx1"/>
          </a:solidFill>
          <a:latin typeface="+mn-lt"/>
          <a:ea typeface="+mn-ea"/>
          <a:cs typeface="+mn-cs"/>
        </a:defRPr>
      </a:lvl3pPr>
      <a:lvl4pPr marL="1097280" indent="-274320" algn="l" defTabSz="1218987" rtl="0" eaLnBrk="1" latinLnBrk="0" hangingPunct="1">
        <a:lnSpc>
          <a:spcPct val="90000"/>
        </a:lnSpc>
        <a:spcBef>
          <a:spcPts val="800"/>
        </a:spcBef>
        <a:buClr>
          <a:schemeClr val="tx2"/>
        </a:buClr>
        <a:buSzPct val="100000"/>
        <a:buFont typeface="Cambria" pitchFamily="18" charset="0"/>
        <a:buChar char="–"/>
        <a:defRPr sz="1800" kern="1200">
          <a:solidFill>
            <a:schemeClr val="tx1"/>
          </a:solidFill>
          <a:latin typeface="+mn-lt"/>
          <a:ea typeface="+mn-ea"/>
          <a:cs typeface="+mn-cs"/>
        </a:defRPr>
      </a:lvl4pPr>
      <a:lvl5pPr marL="1371600" indent="-274320" algn="l" defTabSz="1218987" rtl="0" eaLnBrk="1" latinLnBrk="0" hangingPunct="1">
        <a:lnSpc>
          <a:spcPct val="90000"/>
        </a:lnSpc>
        <a:spcBef>
          <a:spcPts val="800"/>
        </a:spcBef>
        <a:buClr>
          <a:schemeClr val="tx2"/>
        </a:buClr>
        <a:buFont typeface="Arial" pitchFamily="34" charset="0"/>
        <a:buChar char="•"/>
        <a:defRPr sz="1600" kern="1200">
          <a:solidFill>
            <a:schemeClr val="tx1"/>
          </a:solidFill>
          <a:latin typeface="+mn-lt"/>
          <a:ea typeface="+mn-ea"/>
          <a:cs typeface="+mn-cs"/>
        </a:defRPr>
      </a:lvl5pPr>
      <a:lvl6pPr marL="1645920" indent="-274320" algn="l" defTabSz="1218987" rtl="0" eaLnBrk="1" latinLnBrk="0" hangingPunct="1">
        <a:lnSpc>
          <a:spcPct val="90000"/>
        </a:lnSpc>
        <a:spcBef>
          <a:spcPts val="800"/>
        </a:spcBef>
        <a:buClr>
          <a:schemeClr val="tx2"/>
        </a:buClr>
        <a:buSzPct val="100000"/>
        <a:buFont typeface="Cambria" pitchFamily="18" charset="0"/>
        <a:buChar char="–"/>
        <a:defRPr sz="1600" kern="1200">
          <a:solidFill>
            <a:schemeClr val="tx1"/>
          </a:solidFill>
          <a:latin typeface="+mn-lt"/>
          <a:ea typeface="+mn-ea"/>
          <a:cs typeface="+mn-cs"/>
        </a:defRPr>
      </a:lvl6pPr>
      <a:lvl7pPr marL="1920240" indent="-274320" algn="l" defTabSz="1218987" rtl="0" eaLnBrk="1" latinLnBrk="0" hangingPunct="1">
        <a:lnSpc>
          <a:spcPct val="90000"/>
        </a:lnSpc>
        <a:spcBef>
          <a:spcPts val="800"/>
        </a:spcBef>
        <a:buClr>
          <a:schemeClr val="tx2"/>
        </a:buClr>
        <a:buFont typeface="Arial" pitchFamily="34" charset="0"/>
        <a:buChar char="•"/>
        <a:defRPr sz="1600" kern="1200">
          <a:solidFill>
            <a:schemeClr val="tx1"/>
          </a:solidFill>
          <a:latin typeface="+mn-lt"/>
          <a:ea typeface="+mn-ea"/>
          <a:cs typeface="+mn-cs"/>
        </a:defRPr>
      </a:lvl7pPr>
      <a:lvl8pPr marL="2194560" indent="-274320" algn="l" defTabSz="1218987" rtl="0" eaLnBrk="1" latinLnBrk="0" hangingPunct="1">
        <a:lnSpc>
          <a:spcPct val="90000"/>
        </a:lnSpc>
        <a:spcBef>
          <a:spcPts val="800"/>
        </a:spcBef>
        <a:buClr>
          <a:schemeClr val="tx2"/>
        </a:buClr>
        <a:buSzPct val="100000"/>
        <a:buFont typeface="Cambria" pitchFamily="18" charset="0"/>
        <a:buChar char="–"/>
        <a:defRPr sz="1600" kern="1200">
          <a:solidFill>
            <a:schemeClr val="tx1"/>
          </a:solidFill>
          <a:latin typeface="+mn-lt"/>
          <a:ea typeface="+mn-ea"/>
          <a:cs typeface="+mn-cs"/>
        </a:defRPr>
      </a:lvl8pPr>
      <a:lvl9pPr marL="2468880" indent="-274320" algn="l" defTabSz="1218987" rtl="0" eaLnBrk="1" latinLnBrk="0" hangingPunct="1">
        <a:lnSpc>
          <a:spcPct val="90000"/>
        </a:lnSpc>
        <a:spcBef>
          <a:spcPts val="800"/>
        </a:spcBef>
        <a:buClr>
          <a:schemeClr val="tx2"/>
        </a:buClr>
        <a:buFont typeface="Arial" pitchFamily="34" charset="0"/>
        <a:buChar char="•"/>
        <a:defRPr sz="1600" kern="120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1.png"/><Relationship Id="rId5" Type="http://schemas.openxmlformats.org/officeDocument/2006/relationships/image" Target="../media/image2.jp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1.png"/><Relationship Id="rId5"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1.png"/><Relationship Id="rId5"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1.png"/><Relationship Id="rId5" Type="http://schemas.openxmlformats.org/officeDocument/2006/relationships/image" Target="../media/image7.png"/><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ctrTitle"/>
          </p:nvPr>
        </p:nvSpPr>
        <p:spPr/>
        <p:txBody>
          <a:bodyPr rtlCol="0">
            <a:normAutofit fontScale="90000"/>
          </a:bodyPr>
          <a:lstStyle/>
          <a:p>
            <a:pPr rtl="0"/>
            <a:r>
              <a:rPr lang="es-ES" dirty="0"/>
              <a:t>PREDICCIÓN DE LA CALIDAD DEL VINO CON MACHINE LEARNING/</a:t>
            </a:r>
            <a:br>
              <a:rPr lang="en-US" dirty="0"/>
            </a:br>
            <a:r>
              <a:rPr lang="en-US" dirty="0"/>
              <a:t>Predicting Wine Quality with Machine Learning</a:t>
            </a:r>
            <a:endParaRPr lang="es-ES" dirty="0"/>
          </a:p>
        </p:txBody>
      </p:sp>
      <p:sp>
        <p:nvSpPr>
          <p:cNvPr id="2" name="Subtítulo 1"/>
          <p:cNvSpPr>
            <a:spLocks noGrp="1"/>
          </p:cNvSpPr>
          <p:nvPr>
            <p:ph type="subTitle" idx="1"/>
          </p:nvPr>
        </p:nvSpPr>
        <p:spPr/>
        <p:txBody>
          <a:bodyPr rtlCol="0">
            <a:normAutofit/>
          </a:bodyPr>
          <a:lstStyle/>
          <a:p>
            <a:pPr rtl="0"/>
            <a:r>
              <a:rPr lang="es-ES" dirty="0"/>
              <a:t>María de los Ángeles Rodríguez Escabias</a:t>
            </a:r>
          </a:p>
          <a:p>
            <a:pPr rtl="0"/>
            <a:r>
              <a:rPr lang="es-ES" dirty="0" err="1"/>
              <a:t>Bootcamp</a:t>
            </a:r>
            <a:r>
              <a:rPr lang="es-ES" dirty="0"/>
              <a:t> Data </a:t>
            </a:r>
            <a:r>
              <a:rPr lang="es-ES" dirty="0" err="1"/>
              <a:t>Science</a:t>
            </a:r>
            <a:r>
              <a:rPr lang="es-ES" dirty="0"/>
              <a:t>.</a:t>
            </a:r>
          </a:p>
        </p:txBody>
      </p:sp>
      <p:pic>
        <p:nvPicPr>
          <p:cNvPr id="8" name="Sonido grabado">
            <a:hlinkClick r:id="" action="ppaction://media"/>
            <a:extLst>
              <a:ext uri="{FF2B5EF4-FFF2-40B4-BE49-F238E27FC236}">
                <a16:creationId xmlns:a16="http://schemas.microsoft.com/office/drawing/2014/main" id="{839234A7-B892-2FA7-2660-1DE22653BF2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118748" y="5156200"/>
            <a:ext cx="609600" cy="609600"/>
          </a:xfrm>
          <a:prstGeom prst="rect">
            <a:avLst/>
          </a:prstGeom>
        </p:spPr>
      </p:pic>
    </p:spTree>
    <p:extLst>
      <p:ext uri="{BB962C8B-B14F-4D97-AF65-F5344CB8AC3E}">
        <p14:creationId xmlns:p14="http://schemas.microsoft.com/office/powerpoint/2010/main" val="1082871649"/>
      </p:ext>
    </p:extLst>
  </p:cSld>
  <p:clrMapOvr>
    <a:masterClrMapping/>
  </p:clrMapOvr>
  <mc:AlternateContent xmlns:mc="http://schemas.openxmlformats.org/markup-compatibility/2006" xmlns:p14="http://schemas.microsoft.com/office/powerpoint/2010/main">
    <mc:Choice Requires="p14">
      <p:transition spd="med" p14:dur="700" advTm="3545">
        <p:fade/>
      </p:transition>
    </mc:Choice>
    <mc:Fallback xmlns="">
      <p:transition spd="med" advTm="3545">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181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8"/>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12"/>
          <p:cNvSpPr>
            <a:spLocks noGrp="1"/>
          </p:cNvSpPr>
          <p:nvPr>
            <p:ph type="title"/>
          </p:nvPr>
        </p:nvSpPr>
        <p:spPr>
          <a:xfrm>
            <a:off x="1701924" y="28575"/>
            <a:ext cx="9433048" cy="1219200"/>
          </a:xfrm>
        </p:spPr>
        <p:txBody>
          <a:bodyPr rtlCol="0">
            <a:normAutofit/>
          </a:bodyPr>
          <a:lstStyle/>
          <a:p>
            <a:pPr rtl="0"/>
            <a:r>
              <a:rPr lang="es-ES" sz="4000" dirty="0"/>
              <a:t>Introducción / </a:t>
            </a:r>
            <a:r>
              <a:rPr lang="es-ES" sz="4000" dirty="0" err="1"/>
              <a:t>introduction</a:t>
            </a:r>
            <a:endParaRPr lang="es-ES" sz="4000" dirty="0"/>
          </a:p>
        </p:txBody>
      </p:sp>
      <p:pic>
        <p:nvPicPr>
          <p:cNvPr id="5" name="Marcador de contenido 4">
            <a:extLst>
              <a:ext uri="{FF2B5EF4-FFF2-40B4-BE49-F238E27FC236}">
                <a16:creationId xmlns:a16="http://schemas.microsoft.com/office/drawing/2014/main" id="{13CA624B-E182-8D2E-38A5-B749BC88B5E2}"/>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701924" y="1556792"/>
            <a:ext cx="8448938" cy="4752528"/>
          </a:xfrm>
        </p:spPr>
      </p:pic>
      <p:pic>
        <p:nvPicPr>
          <p:cNvPr id="3" name="Sonido grabado">
            <a:hlinkClick r:id="" action="ppaction://media"/>
            <a:extLst>
              <a:ext uri="{FF2B5EF4-FFF2-40B4-BE49-F238E27FC236}">
                <a16:creationId xmlns:a16="http://schemas.microsoft.com/office/drawing/2014/main" id="{C2FB981D-B7B2-4DD0-9C67-6210DD72871A}"/>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342884" y="5699720"/>
            <a:ext cx="609600" cy="609600"/>
          </a:xfrm>
          <a:prstGeom prst="rect">
            <a:avLst/>
          </a:prstGeom>
        </p:spPr>
      </p:pic>
    </p:spTree>
    <p:extLst>
      <p:ext uri="{BB962C8B-B14F-4D97-AF65-F5344CB8AC3E}">
        <p14:creationId xmlns:p14="http://schemas.microsoft.com/office/powerpoint/2010/main" val="1795219737"/>
      </p:ext>
    </p:extLst>
  </p:cSld>
  <p:clrMapOvr>
    <a:masterClrMapping/>
  </p:clrMapOvr>
  <mc:AlternateContent xmlns:mc="http://schemas.openxmlformats.org/markup-compatibility/2006" xmlns:p14="http://schemas.microsoft.com/office/powerpoint/2010/main">
    <mc:Choice Requires="p14">
      <p:transition spd="med" p14:dur="700" advTm="17835">
        <p:fade/>
      </p:transition>
    </mc:Choice>
    <mc:Fallback xmlns="">
      <p:transition spd="med" advTm="17835">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2823"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77788" y="116632"/>
            <a:ext cx="11089232" cy="1219200"/>
          </a:xfrm>
        </p:spPr>
        <p:txBody>
          <a:bodyPr rtlCol="0">
            <a:normAutofit/>
          </a:bodyPr>
          <a:lstStyle/>
          <a:p>
            <a:pPr rtl="0"/>
            <a:r>
              <a:rPr lang="es-ES" sz="4000" dirty="0"/>
              <a:t>Problema de negocio / Business </a:t>
            </a:r>
            <a:r>
              <a:rPr lang="es-ES" sz="4000" dirty="0" err="1"/>
              <a:t>problem</a:t>
            </a:r>
            <a:endParaRPr lang="es-ES" sz="4000" dirty="0"/>
          </a:p>
        </p:txBody>
      </p:sp>
      <p:sp>
        <p:nvSpPr>
          <p:cNvPr id="4" name="Rectangle 2">
            <a:extLst>
              <a:ext uri="{FF2B5EF4-FFF2-40B4-BE49-F238E27FC236}">
                <a16:creationId xmlns:a16="http://schemas.microsoft.com/office/drawing/2014/main" id="{906C46CE-2AA5-C7CA-7851-EFE9BD7C2542}"/>
              </a:ext>
            </a:extLst>
          </p:cNvPr>
          <p:cNvSpPr>
            <a:spLocks noChangeArrowheads="1"/>
          </p:cNvSpPr>
          <p:nvPr/>
        </p:nvSpPr>
        <p:spPr bwMode="auto">
          <a:xfrm>
            <a:off x="333772" y="3068960"/>
            <a:ext cx="12188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0" i="0" u="none" strike="noStrike" cap="none" normalizeH="0" baseline="0" dirty="0" err="1">
                <a:ln>
                  <a:noFill/>
                </a:ln>
                <a:solidFill>
                  <a:schemeClr val="tx1"/>
                </a:solidFill>
                <a:effectLst/>
                <a:latin typeface="Arial" panose="020B0604020202020204" pitchFamily="34" charset="0"/>
              </a:rPr>
              <a:t>Wine</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quality</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is</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essential</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for</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customer</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satisfaction</a:t>
            </a:r>
            <a:r>
              <a:rPr kumimoji="0" lang="es-ES" altLang="es-ES" sz="1800" b="0" i="0" u="none" strike="noStrike" cap="none" normalizeH="0" baseline="0" dirty="0">
                <a:ln>
                  <a:noFill/>
                </a:ln>
                <a:solidFill>
                  <a:schemeClr val="tx1"/>
                </a:solidFill>
                <a:effectLst/>
                <a:latin typeface="Arial" panose="020B0604020202020204" pitchFamily="34" charset="0"/>
              </a:rPr>
              <a:t> and </a:t>
            </a:r>
            <a:r>
              <a:rPr kumimoji="0" lang="es-ES" altLang="es-ES" sz="1800" b="0" i="0" u="none" strike="noStrike" cap="none" normalizeH="0" baseline="0" dirty="0" err="1">
                <a:ln>
                  <a:noFill/>
                </a:ln>
                <a:solidFill>
                  <a:schemeClr val="tx1"/>
                </a:solidFill>
                <a:effectLst/>
                <a:latin typeface="Arial" panose="020B0604020202020204" pitchFamily="34" charset="0"/>
              </a:rPr>
              <a:t>winery</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reputation</a:t>
            </a:r>
            <a:r>
              <a:rPr kumimoji="0" lang="es-ES" altLang="es-E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0" i="0" u="none" strike="noStrike" cap="none" normalizeH="0" baseline="0" dirty="0" err="1">
                <a:ln>
                  <a:noFill/>
                </a:ln>
                <a:solidFill>
                  <a:schemeClr val="tx1"/>
                </a:solidFill>
                <a:effectLst/>
                <a:latin typeface="Arial" panose="020B0604020202020204" pitchFamily="34" charset="0"/>
              </a:rPr>
              <a:t>Traditional</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quality</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measurement</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is</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costly</a:t>
            </a:r>
            <a:r>
              <a:rPr kumimoji="0" lang="es-ES" altLang="es-ES" sz="1800" b="0" i="0" u="none" strike="noStrike" cap="none" normalizeH="0" baseline="0" dirty="0">
                <a:ln>
                  <a:noFill/>
                </a:ln>
                <a:solidFill>
                  <a:schemeClr val="tx1"/>
                </a:solidFill>
                <a:effectLst/>
                <a:latin typeface="Arial" panose="020B0604020202020204" pitchFamily="34" charset="0"/>
              </a:rPr>
              <a:t> and </a:t>
            </a:r>
            <a:r>
              <a:rPr kumimoji="0" lang="es-ES" altLang="es-ES" sz="1800" b="0" i="0" u="none" strike="noStrike" cap="none" normalizeH="0" baseline="0" dirty="0" err="1">
                <a:ln>
                  <a:noFill/>
                </a:ln>
                <a:solidFill>
                  <a:schemeClr val="tx1"/>
                </a:solidFill>
                <a:effectLst/>
                <a:latin typeface="Arial" panose="020B0604020202020204" pitchFamily="34" charset="0"/>
              </a:rPr>
              <a:t>slow</a:t>
            </a:r>
            <a:r>
              <a:rPr kumimoji="0" lang="es-ES" altLang="es-E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0" i="0" u="none" strike="noStrike" cap="none" normalizeH="0" baseline="0" dirty="0" err="1">
                <a:ln>
                  <a:noFill/>
                </a:ln>
                <a:solidFill>
                  <a:schemeClr val="tx1"/>
                </a:solidFill>
                <a:effectLst/>
                <a:latin typeface="Arial" panose="020B0604020202020204" pitchFamily="34" charset="0"/>
              </a:rPr>
              <a:t>Our</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model</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predicts</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quality</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based</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on</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chemical</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features</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saving</a:t>
            </a:r>
            <a:r>
              <a:rPr kumimoji="0" lang="es-ES" altLang="es-ES" sz="1800" b="0" i="0" u="none" strike="noStrike" cap="none" normalizeH="0" baseline="0" dirty="0">
                <a:ln>
                  <a:noFill/>
                </a:ln>
                <a:solidFill>
                  <a:schemeClr val="tx1"/>
                </a:solidFill>
                <a:effectLst/>
                <a:latin typeface="Arial" panose="020B0604020202020204" pitchFamily="34" charset="0"/>
              </a:rPr>
              <a:t> time and </a:t>
            </a:r>
            <a:r>
              <a:rPr kumimoji="0" lang="es-ES" altLang="es-ES" sz="1800" b="0" i="0" u="none" strike="noStrike" cap="none" normalizeH="0" baseline="0" dirty="0" err="1">
                <a:ln>
                  <a:noFill/>
                </a:ln>
                <a:solidFill>
                  <a:schemeClr val="tx1"/>
                </a:solidFill>
                <a:effectLst/>
                <a:latin typeface="Arial" panose="020B0604020202020204" pitchFamily="34" charset="0"/>
              </a:rPr>
              <a:t>resources</a:t>
            </a:r>
            <a:r>
              <a:rPr kumimoji="0" lang="es-ES" altLang="es-ES" sz="1800" b="0" i="0" u="none" strike="noStrike" cap="none" normalizeH="0" baseline="0" dirty="0">
                <a:ln>
                  <a:noFill/>
                </a:ln>
                <a:solidFill>
                  <a:schemeClr val="tx1"/>
                </a:solidFill>
                <a:effectLst/>
                <a:latin typeface="Arial" panose="020B0604020202020204" pitchFamily="34" charset="0"/>
              </a:rPr>
              <a:t>.</a:t>
            </a:r>
          </a:p>
        </p:txBody>
      </p:sp>
      <p:pic>
        <p:nvPicPr>
          <p:cNvPr id="15" name="Imagen 14">
            <a:extLst>
              <a:ext uri="{FF2B5EF4-FFF2-40B4-BE49-F238E27FC236}">
                <a16:creationId xmlns:a16="http://schemas.microsoft.com/office/drawing/2014/main" id="{3E67D014-6430-CFD1-6EB3-7A6B4F003630}"/>
              </a:ext>
            </a:extLst>
          </p:cNvPr>
          <p:cNvPicPr>
            <a:picLocks noChangeAspect="1"/>
          </p:cNvPicPr>
          <p:nvPr/>
        </p:nvPicPr>
        <p:blipFill>
          <a:blip r:embed="rId5"/>
          <a:stretch>
            <a:fillRect/>
          </a:stretch>
        </p:blipFill>
        <p:spPr>
          <a:xfrm>
            <a:off x="7966620" y="4149080"/>
            <a:ext cx="2723809" cy="1761905"/>
          </a:xfrm>
          <a:prstGeom prst="rect">
            <a:avLst/>
          </a:prstGeom>
        </p:spPr>
      </p:pic>
      <p:pic>
        <p:nvPicPr>
          <p:cNvPr id="5" name="Sonido grabado">
            <a:hlinkClick r:id="" action="ppaction://media"/>
            <a:extLst>
              <a:ext uri="{FF2B5EF4-FFF2-40B4-BE49-F238E27FC236}">
                <a16:creationId xmlns:a16="http://schemas.microsoft.com/office/drawing/2014/main" id="{8A1D5353-60B5-11BF-A579-2C2C6C7090B2}"/>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62220" y="5445224"/>
            <a:ext cx="609600" cy="609600"/>
          </a:xfrm>
          <a:prstGeom prst="rect">
            <a:avLst/>
          </a:prstGeom>
        </p:spPr>
      </p:pic>
    </p:spTree>
    <p:extLst>
      <p:ext uri="{BB962C8B-B14F-4D97-AF65-F5344CB8AC3E}">
        <p14:creationId xmlns:p14="http://schemas.microsoft.com/office/powerpoint/2010/main" val="2693084093"/>
      </p:ext>
    </p:extLst>
  </p:cSld>
  <p:clrMapOvr>
    <a:masterClrMapping/>
  </p:clrMapOvr>
  <mc:AlternateContent xmlns:mc="http://schemas.openxmlformats.org/markup-compatibility/2006" xmlns:p14="http://schemas.microsoft.com/office/powerpoint/2010/main">
    <mc:Choice Requires="p14">
      <p:transition spd="med" p14:dur="700" advTm="18713">
        <p:fade/>
      </p:transition>
    </mc:Choice>
    <mc:Fallback xmlns="">
      <p:transition spd="med" advTm="18713">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7067"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5"/>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38123" y="260648"/>
            <a:ext cx="10360501" cy="1219200"/>
          </a:xfrm>
        </p:spPr>
        <p:txBody>
          <a:bodyPr rtlCol="0">
            <a:normAutofit/>
          </a:bodyPr>
          <a:lstStyle/>
          <a:p>
            <a:pPr>
              <a:lnSpc>
                <a:spcPct val="107000"/>
              </a:lnSpc>
              <a:spcAft>
                <a:spcPts val="800"/>
              </a:spcAft>
            </a:pPr>
            <a:r>
              <a:rPr lang="es-ES" sz="4000" b="1" kern="100" dirty="0">
                <a:effectLst/>
                <a:latin typeface="Calibri" panose="020F0502020204030204" pitchFamily="34" charset="0"/>
                <a:ea typeface="Calibri" panose="020F0502020204030204" pitchFamily="34" charset="0"/>
                <a:cs typeface="Times New Roman" panose="02020603050405020304" pitchFamily="18" charset="0"/>
              </a:rPr>
              <a:t>Datos / DATA</a:t>
            </a:r>
            <a:endParaRPr lang="es-ES" sz="4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4">
            <a:extLst>
              <a:ext uri="{FF2B5EF4-FFF2-40B4-BE49-F238E27FC236}">
                <a16:creationId xmlns:a16="http://schemas.microsoft.com/office/drawing/2014/main" id="{258B6B8F-F54F-4868-3B13-F7498655438A}"/>
              </a:ext>
            </a:extLst>
          </p:cNvPr>
          <p:cNvSpPr>
            <a:spLocks noChangeArrowheads="1"/>
          </p:cNvSpPr>
          <p:nvPr/>
        </p:nvSpPr>
        <p:spPr bwMode="auto">
          <a:xfrm>
            <a:off x="477788" y="2221414"/>
            <a:ext cx="1023709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0" i="0" u="none" strike="noStrike" cap="none" normalizeH="0" baseline="0" dirty="0">
                <a:ln>
                  <a:noFill/>
                </a:ln>
                <a:solidFill>
                  <a:schemeClr val="tx1"/>
                </a:solidFill>
                <a:effectLst/>
                <a:latin typeface="Arial" panose="020B0604020202020204" pitchFamily="34" charset="0"/>
              </a:rPr>
              <a:t>“</a:t>
            </a:r>
            <a:r>
              <a:rPr kumimoji="0" lang="es-ES" altLang="es-ES" b="0" i="0" u="none" strike="noStrike" cap="none" normalizeH="0" baseline="0" dirty="0" err="1">
                <a:ln>
                  <a:noFill/>
                </a:ln>
                <a:solidFill>
                  <a:schemeClr val="tx1"/>
                </a:solidFill>
                <a:effectLst/>
                <a:latin typeface="Arial" panose="020B0604020202020204" pitchFamily="34" charset="0"/>
              </a:rPr>
              <a:t>Wine</a:t>
            </a:r>
            <a:r>
              <a:rPr kumimoji="0" lang="es-ES" altLang="es-ES" b="0" i="0" u="none" strike="noStrike" cap="none" normalizeH="0" baseline="0" dirty="0">
                <a:ln>
                  <a:noFill/>
                </a:ln>
                <a:solidFill>
                  <a:schemeClr val="tx1"/>
                </a:solidFill>
                <a:effectLst/>
                <a:latin typeface="Arial" panose="020B0604020202020204" pitchFamily="34" charset="0"/>
              </a:rPr>
              <a:t> </a:t>
            </a:r>
            <a:r>
              <a:rPr kumimoji="0" lang="es-ES" altLang="es-ES" b="0" i="0" u="none" strike="noStrike" cap="none" normalizeH="0" baseline="0" dirty="0" err="1">
                <a:ln>
                  <a:noFill/>
                </a:ln>
                <a:solidFill>
                  <a:schemeClr val="tx1"/>
                </a:solidFill>
                <a:effectLst/>
                <a:latin typeface="Arial" panose="020B0604020202020204" pitchFamily="34" charset="0"/>
              </a:rPr>
              <a:t>Quality</a:t>
            </a:r>
            <a:r>
              <a:rPr kumimoji="0" lang="es-ES" altLang="es-ES" b="0" i="0" u="none" strike="noStrike" cap="none" normalizeH="0" baseline="0" dirty="0">
                <a:ln>
                  <a:noFill/>
                </a:ln>
                <a:solidFill>
                  <a:schemeClr val="tx1"/>
                </a:solidFill>
                <a:effectLst/>
                <a:latin typeface="Arial" panose="020B0604020202020204" pitchFamily="34" charset="0"/>
              </a:rPr>
              <a:t>” </a:t>
            </a:r>
            <a:r>
              <a:rPr kumimoji="0" lang="es-ES" altLang="es-ES" b="0" i="0" u="none" strike="noStrike" cap="none" normalizeH="0" baseline="0" dirty="0" err="1">
                <a:ln>
                  <a:noFill/>
                </a:ln>
                <a:solidFill>
                  <a:schemeClr val="tx1"/>
                </a:solidFill>
                <a:effectLst/>
                <a:latin typeface="Arial" panose="020B0604020202020204" pitchFamily="34" charset="0"/>
              </a:rPr>
              <a:t>dataset</a:t>
            </a:r>
            <a:r>
              <a:rPr kumimoji="0" lang="es-ES" altLang="es-ES" b="0" i="0" u="none" strike="noStrike" cap="none" normalizeH="0" baseline="0" dirty="0">
                <a:ln>
                  <a:noFill/>
                </a:ln>
                <a:solidFill>
                  <a:schemeClr val="tx1"/>
                </a:solidFill>
                <a:effectLst/>
                <a:latin typeface="Arial" panose="020B0604020202020204" pitchFamily="34" charset="0"/>
              </a:rPr>
              <a:t> </a:t>
            </a:r>
            <a:r>
              <a:rPr kumimoji="0" lang="es-ES" altLang="es-ES" b="0" i="0" u="none" strike="noStrike" cap="none" normalizeH="0" baseline="0" dirty="0" err="1">
                <a:ln>
                  <a:noFill/>
                </a:ln>
                <a:solidFill>
                  <a:schemeClr val="tx1"/>
                </a:solidFill>
                <a:effectLst/>
                <a:latin typeface="Arial" panose="020B0604020202020204" pitchFamily="34" charset="0"/>
              </a:rPr>
              <a:t>with</a:t>
            </a:r>
            <a:r>
              <a:rPr kumimoji="0" lang="es-ES" altLang="es-ES" b="0" i="0" u="none" strike="noStrike" cap="none" normalizeH="0" baseline="0" dirty="0">
                <a:ln>
                  <a:noFill/>
                </a:ln>
                <a:solidFill>
                  <a:schemeClr val="tx1"/>
                </a:solidFill>
                <a:effectLst/>
                <a:latin typeface="Arial" panose="020B0604020202020204" pitchFamily="34" charset="0"/>
              </a:rPr>
              <a:t> </a:t>
            </a:r>
            <a:r>
              <a:rPr kumimoji="0" lang="es-ES" altLang="es-ES" b="0" i="0" u="none" strike="noStrike" cap="none" normalizeH="0" baseline="0" dirty="0" err="1">
                <a:ln>
                  <a:noFill/>
                </a:ln>
                <a:solidFill>
                  <a:schemeClr val="tx1"/>
                </a:solidFill>
                <a:effectLst/>
                <a:latin typeface="Arial" panose="020B0604020202020204" pitchFamily="34" charset="0"/>
              </a:rPr>
              <a:t>physicochemical</a:t>
            </a:r>
            <a:r>
              <a:rPr kumimoji="0" lang="es-ES" altLang="es-ES" b="0" i="0" u="none" strike="noStrike" cap="none" normalizeH="0" baseline="0" dirty="0">
                <a:ln>
                  <a:noFill/>
                </a:ln>
                <a:solidFill>
                  <a:schemeClr val="tx1"/>
                </a:solidFill>
                <a:effectLst/>
                <a:latin typeface="Arial" panose="020B0604020202020204" pitchFamily="34" charset="0"/>
              </a:rPr>
              <a:t> variables and </a:t>
            </a:r>
            <a:r>
              <a:rPr kumimoji="0" lang="es-ES" altLang="es-ES" b="0" i="0" u="none" strike="noStrike" cap="none" normalizeH="0" baseline="0" dirty="0" err="1">
                <a:ln>
                  <a:noFill/>
                </a:ln>
                <a:solidFill>
                  <a:schemeClr val="tx1"/>
                </a:solidFill>
                <a:effectLst/>
                <a:latin typeface="Arial" panose="020B0604020202020204" pitchFamily="34" charset="0"/>
              </a:rPr>
              <a:t>quality</a:t>
            </a:r>
            <a:r>
              <a:rPr kumimoji="0" lang="es-ES" altLang="es-ES" b="0" i="0" u="none" strike="noStrike" cap="none" normalizeH="0" baseline="0" dirty="0">
                <a:ln>
                  <a:noFill/>
                </a:ln>
                <a:solidFill>
                  <a:schemeClr val="tx1"/>
                </a:solidFill>
                <a:effectLst/>
                <a:latin typeface="Arial" panose="020B0604020202020204" pitchFamily="34" charset="0"/>
              </a:rPr>
              <a:t> scores.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b="0" i="0" u="none" strike="noStrike" cap="none" normalizeH="0" baseline="0" dirty="0">
                <a:ln>
                  <a:noFill/>
                </a:ln>
                <a:solidFill>
                  <a:schemeClr val="tx1"/>
                </a:solidFill>
                <a:effectLst/>
                <a:latin typeface="Arial" panose="020B0604020202020204" pitchFamily="34" charset="0"/>
              </a:rPr>
              <a:t>1599 </a:t>
            </a:r>
            <a:r>
              <a:rPr kumimoji="0" lang="es-ES" altLang="es-ES" b="0" i="0" u="none" strike="noStrike" cap="none" normalizeH="0" baseline="0" dirty="0" err="1">
                <a:ln>
                  <a:noFill/>
                </a:ln>
                <a:solidFill>
                  <a:schemeClr val="tx1"/>
                </a:solidFill>
                <a:effectLst/>
                <a:latin typeface="Arial" panose="020B0604020202020204" pitchFamily="34" charset="0"/>
              </a:rPr>
              <a:t>samples</a:t>
            </a:r>
            <a:r>
              <a:rPr kumimoji="0" lang="es-ES" altLang="es-ES" b="0" i="0" u="none" strike="noStrike" cap="none" normalizeH="0" baseline="0" dirty="0">
                <a:ln>
                  <a:noFill/>
                </a:ln>
                <a:solidFill>
                  <a:schemeClr val="tx1"/>
                </a:solidFill>
                <a:effectLst/>
                <a:latin typeface="Arial" panose="020B0604020202020204" pitchFamily="34" charset="0"/>
              </a:rPr>
              <a:t>, 12 variables (11 </a:t>
            </a:r>
            <a:r>
              <a:rPr kumimoji="0" lang="es-ES" altLang="es-ES" b="0" i="0" u="none" strike="noStrike" cap="none" normalizeH="0" baseline="0" dirty="0" err="1">
                <a:ln>
                  <a:noFill/>
                </a:ln>
                <a:solidFill>
                  <a:schemeClr val="tx1"/>
                </a:solidFill>
                <a:effectLst/>
                <a:latin typeface="Arial" panose="020B0604020202020204" pitchFamily="34" charset="0"/>
              </a:rPr>
              <a:t>predictors</a:t>
            </a:r>
            <a:r>
              <a:rPr kumimoji="0" lang="es-ES" altLang="es-ES" b="0" i="0" u="none" strike="noStrike" cap="none" normalizeH="0" baseline="0" dirty="0">
                <a:ln>
                  <a:noFill/>
                </a:ln>
                <a:solidFill>
                  <a:schemeClr val="tx1"/>
                </a:solidFill>
                <a:effectLst/>
                <a:latin typeface="Arial" panose="020B0604020202020204" pitchFamily="34" charset="0"/>
              </a:rPr>
              <a:t> + </a:t>
            </a:r>
            <a:r>
              <a:rPr kumimoji="0" lang="es-ES" altLang="es-ES" b="0" i="0" u="none" strike="noStrike" cap="none" normalizeH="0" baseline="0" dirty="0" err="1">
                <a:ln>
                  <a:noFill/>
                </a:ln>
                <a:solidFill>
                  <a:schemeClr val="tx1"/>
                </a:solidFill>
                <a:effectLst/>
                <a:latin typeface="Arial" panose="020B0604020202020204" pitchFamily="34" charset="0"/>
              </a:rPr>
              <a:t>quality</a:t>
            </a:r>
            <a:r>
              <a:rPr kumimoji="0" lang="es-ES" altLang="es-ES" b="0" i="0" u="none" strike="noStrike" cap="none" normalizeH="0" baseline="0" dirty="0">
                <a:ln>
                  <a:noFill/>
                </a:ln>
                <a:solidFill>
                  <a:schemeClr val="tx1"/>
                </a:solidFill>
                <a:effectLst/>
                <a:latin typeface="Arial" panose="020B0604020202020204" pitchFamily="34" charset="0"/>
              </a:rPr>
              <a:t>).</a:t>
            </a:r>
          </a:p>
        </p:txBody>
      </p:sp>
      <p:pic>
        <p:nvPicPr>
          <p:cNvPr id="28" name="Imagen 27">
            <a:extLst>
              <a:ext uri="{FF2B5EF4-FFF2-40B4-BE49-F238E27FC236}">
                <a16:creationId xmlns:a16="http://schemas.microsoft.com/office/drawing/2014/main" id="{BCF1ACBD-9474-02DD-B121-F1D1122244ED}"/>
              </a:ext>
            </a:extLst>
          </p:cNvPr>
          <p:cNvPicPr>
            <a:picLocks noChangeAspect="1"/>
          </p:cNvPicPr>
          <p:nvPr/>
        </p:nvPicPr>
        <p:blipFill>
          <a:blip r:embed="rId5"/>
          <a:stretch>
            <a:fillRect/>
          </a:stretch>
        </p:blipFill>
        <p:spPr>
          <a:xfrm>
            <a:off x="6814492" y="3398242"/>
            <a:ext cx="2942857" cy="2828571"/>
          </a:xfrm>
          <a:prstGeom prst="rect">
            <a:avLst/>
          </a:prstGeom>
        </p:spPr>
      </p:pic>
      <p:pic>
        <p:nvPicPr>
          <p:cNvPr id="7" name="Sonido grabado">
            <a:hlinkClick r:id="" action="ppaction://media"/>
            <a:extLst>
              <a:ext uri="{FF2B5EF4-FFF2-40B4-BE49-F238E27FC236}">
                <a16:creationId xmlns:a16="http://schemas.microsoft.com/office/drawing/2014/main" id="{35434F1A-EC21-86D6-0D87-985C873FFEDD}"/>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714886" y="5517232"/>
            <a:ext cx="609600" cy="609600"/>
          </a:xfrm>
          <a:prstGeom prst="rect">
            <a:avLst/>
          </a:prstGeom>
        </p:spPr>
      </p:pic>
    </p:spTree>
    <p:extLst>
      <p:ext uri="{BB962C8B-B14F-4D97-AF65-F5344CB8AC3E}">
        <p14:creationId xmlns:p14="http://schemas.microsoft.com/office/powerpoint/2010/main" val="471475862"/>
      </p:ext>
    </p:extLst>
  </p:cSld>
  <p:clrMapOvr>
    <a:masterClrMapping/>
  </p:clrMapOvr>
  <mc:AlternateContent xmlns:mc="http://schemas.openxmlformats.org/markup-compatibility/2006" xmlns:p14="http://schemas.microsoft.com/office/powerpoint/2010/main">
    <mc:Choice Requires="p14">
      <p:transition spd="med" p14:dur="700" advTm="24095">
        <p:fade/>
      </p:transition>
    </mc:Choice>
    <mc:Fallback xmlns="">
      <p:transition spd="med" advTm="24095">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2167"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7"/>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62372" y="494402"/>
            <a:ext cx="13630760" cy="828637"/>
          </a:xfrm>
        </p:spPr>
        <p:txBody>
          <a:bodyPr rtlCol="0"/>
          <a:lstStyle/>
          <a:p>
            <a:pPr rtl="0"/>
            <a:r>
              <a:rPr lang="es-ES" sz="4000" dirty="0"/>
              <a:t>Problema Técnico / </a:t>
            </a:r>
            <a:br>
              <a:rPr lang="es-ES" sz="4000" dirty="0"/>
            </a:br>
            <a:r>
              <a:rPr lang="es-ES" sz="4000" dirty="0"/>
              <a:t>TECHNICAL PROBLEM</a:t>
            </a:r>
          </a:p>
        </p:txBody>
      </p:sp>
      <p:pic>
        <p:nvPicPr>
          <p:cNvPr id="17" name="Imagen 16">
            <a:extLst>
              <a:ext uri="{FF2B5EF4-FFF2-40B4-BE49-F238E27FC236}">
                <a16:creationId xmlns:a16="http://schemas.microsoft.com/office/drawing/2014/main" id="{C3EC0ED8-5BFD-A8DD-AEDC-79B92A664DEB}"/>
              </a:ext>
            </a:extLst>
          </p:cNvPr>
          <p:cNvPicPr>
            <a:picLocks noChangeAspect="1"/>
          </p:cNvPicPr>
          <p:nvPr/>
        </p:nvPicPr>
        <p:blipFill>
          <a:blip r:embed="rId5"/>
          <a:stretch>
            <a:fillRect/>
          </a:stretch>
        </p:blipFill>
        <p:spPr>
          <a:xfrm>
            <a:off x="7462564" y="3861048"/>
            <a:ext cx="2270553" cy="1988934"/>
          </a:xfrm>
          <a:prstGeom prst="rect">
            <a:avLst/>
          </a:prstGeom>
        </p:spPr>
      </p:pic>
      <p:sp>
        <p:nvSpPr>
          <p:cNvPr id="3" name="Rectangle 1">
            <a:extLst>
              <a:ext uri="{FF2B5EF4-FFF2-40B4-BE49-F238E27FC236}">
                <a16:creationId xmlns:a16="http://schemas.microsoft.com/office/drawing/2014/main" id="{2BC7B8C6-94F7-DDA3-578A-9570190F5885}"/>
              </a:ext>
            </a:extLst>
          </p:cNvPr>
          <p:cNvSpPr>
            <a:spLocks noChangeArrowheads="1"/>
          </p:cNvSpPr>
          <p:nvPr/>
        </p:nvSpPr>
        <p:spPr bwMode="auto">
          <a:xfrm>
            <a:off x="909836" y="2005390"/>
            <a:ext cx="749756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b="0" i="0" u="none" strike="noStrike" cap="none" normalizeH="0" baseline="0" dirty="0" err="1">
                <a:ln>
                  <a:noFill/>
                </a:ln>
                <a:solidFill>
                  <a:schemeClr val="tx1"/>
                </a:solidFill>
                <a:effectLst/>
                <a:latin typeface="Arial" panose="020B0604020202020204" pitchFamily="34" charset="0"/>
              </a:rPr>
              <a:t>Multiclass</a:t>
            </a:r>
            <a:r>
              <a:rPr kumimoji="0" lang="es-ES" altLang="es-ES" b="0" i="0" u="none" strike="noStrike" cap="none" normalizeH="0" baseline="0" dirty="0">
                <a:ln>
                  <a:noFill/>
                </a:ln>
                <a:solidFill>
                  <a:schemeClr val="tx1"/>
                </a:solidFill>
                <a:effectLst/>
                <a:latin typeface="Arial" panose="020B0604020202020204" pitchFamily="34" charset="0"/>
              </a:rPr>
              <a:t> </a:t>
            </a:r>
            <a:r>
              <a:rPr kumimoji="0" lang="es-ES" altLang="es-ES" b="0" i="0" u="none" strike="noStrike" cap="none" normalizeH="0" baseline="0" dirty="0" err="1">
                <a:ln>
                  <a:noFill/>
                </a:ln>
                <a:solidFill>
                  <a:schemeClr val="tx1"/>
                </a:solidFill>
                <a:effectLst/>
                <a:latin typeface="Arial" panose="020B0604020202020204" pitchFamily="34" charset="0"/>
              </a:rPr>
              <a:t>classification</a:t>
            </a:r>
            <a:r>
              <a:rPr kumimoji="0" lang="es-ES" altLang="es-ES" b="0" i="0" u="none" strike="noStrike" cap="none" normalizeH="0" baseline="0" dirty="0">
                <a:ln>
                  <a:noFill/>
                </a:ln>
                <a:solidFill>
                  <a:schemeClr val="tx1"/>
                </a:solidFill>
                <a:effectLst/>
                <a:latin typeface="Arial" panose="020B0604020202020204" pitchFamily="34" charset="0"/>
              </a:rPr>
              <a:t> </a:t>
            </a:r>
            <a:r>
              <a:rPr kumimoji="0" lang="es-ES" altLang="es-ES" b="0" i="0" u="none" strike="noStrike" cap="none" normalizeH="0" baseline="0" dirty="0" err="1">
                <a:ln>
                  <a:noFill/>
                </a:ln>
                <a:solidFill>
                  <a:schemeClr val="tx1"/>
                </a:solidFill>
                <a:effectLst/>
                <a:latin typeface="Arial" panose="020B0604020202020204" pitchFamily="34" charset="0"/>
              </a:rPr>
              <a:t>problem</a:t>
            </a:r>
            <a:r>
              <a:rPr kumimoji="0" lang="es-ES" altLang="es-ES" b="0" i="0" u="none" strike="noStrike" cap="none" normalizeH="0" baseline="0" dirty="0">
                <a:ln>
                  <a:noFill/>
                </a:ln>
                <a:solidFill>
                  <a:schemeClr val="tx1"/>
                </a:solidFill>
                <a:effectLst/>
                <a:latin typeface="Arial" panose="020B0604020202020204" pitchFamily="34" charset="0"/>
              </a:rPr>
              <a:t> (</a:t>
            </a:r>
            <a:r>
              <a:rPr kumimoji="0" lang="es-ES" altLang="es-ES" b="0" i="0" u="none" strike="noStrike" cap="none" normalizeH="0" baseline="0" dirty="0" err="1">
                <a:ln>
                  <a:noFill/>
                </a:ln>
                <a:solidFill>
                  <a:schemeClr val="tx1"/>
                </a:solidFill>
                <a:effectLst/>
                <a:latin typeface="Arial" panose="020B0604020202020204" pitchFamily="34" charset="0"/>
              </a:rPr>
              <a:t>quality</a:t>
            </a:r>
            <a:r>
              <a:rPr kumimoji="0" lang="es-ES" altLang="es-ES" b="0" i="0" u="none" strike="noStrike" cap="none" normalizeH="0" baseline="0" dirty="0">
                <a:ln>
                  <a:noFill/>
                </a:ln>
                <a:solidFill>
                  <a:schemeClr val="tx1"/>
                </a:solidFill>
                <a:effectLst/>
                <a:latin typeface="Arial" panose="020B0604020202020204" pitchFamily="34" charset="0"/>
              </a:rPr>
              <a:t> </a:t>
            </a:r>
            <a:r>
              <a:rPr kumimoji="0" lang="es-ES" altLang="es-ES" b="0" i="0" u="none" strike="noStrike" cap="none" normalizeH="0" baseline="0" dirty="0" err="1">
                <a:ln>
                  <a:noFill/>
                </a:ln>
                <a:solidFill>
                  <a:schemeClr val="tx1"/>
                </a:solidFill>
                <a:effectLst/>
                <a:latin typeface="Arial" panose="020B0604020202020204" pitchFamily="34" charset="0"/>
              </a:rPr>
              <a:t>from</a:t>
            </a:r>
            <a:r>
              <a:rPr kumimoji="0" lang="es-ES" altLang="es-ES" b="0" i="0" u="none" strike="noStrike" cap="none" normalizeH="0" baseline="0" dirty="0">
                <a:ln>
                  <a:noFill/>
                </a:ln>
                <a:solidFill>
                  <a:schemeClr val="tx1"/>
                </a:solidFill>
                <a:effectLst/>
                <a:latin typeface="Arial" panose="020B0604020202020204" pitchFamily="34" charset="0"/>
              </a:rPr>
              <a:t> 3 </a:t>
            </a:r>
            <a:r>
              <a:rPr kumimoji="0" lang="es-ES" altLang="es-ES" b="0" i="0" u="none" strike="noStrike" cap="none" normalizeH="0" baseline="0" dirty="0" err="1">
                <a:ln>
                  <a:noFill/>
                </a:ln>
                <a:solidFill>
                  <a:schemeClr val="tx1"/>
                </a:solidFill>
                <a:effectLst/>
                <a:latin typeface="Arial" panose="020B0604020202020204" pitchFamily="34" charset="0"/>
              </a:rPr>
              <a:t>to</a:t>
            </a:r>
            <a:r>
              <a:rPr kumimoji="0" lang="es-ES" altLang="es-ES" b="0" i="0" u="none" strike="noStrike" cap="none" normalizeH="0" baseline="0" dirty="0">
                <a:ln>
                  <a:noFill/>
                </a:ln>
                <a:solidFill>
                  <a:schemeClr val="tx1"/>
                </a:solidFill>
                <a:effectLst/>
                <a:latin typeface="Arial" panose="020B0604020202020204" pitchFamily="34" charset="0"/>
              </a:rPr>
              <a:t> 9).</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b="0" i="0" u="none" strike="noStrike" cap="none" normalizeH="0" baseline="0" dirty="0" err="1">
                <a:ln>
                  <a:noFill/>
                </a:ln>
                <a:solidFill>
                  <a:schemeClr val="tx1"/>
                </a:solidFill>
                <a:effectLst/>
                <a:latin typeface="Arial" panose="020B0604020202020204" pitchFamily="34" charset="0"/>
              </a:rPr>
              <a:t>Models</a:t>
            </a:r>
            <a:r>
              <a:rPr kumimoji="0" lang="es-ES" altLang="es-ES" b="0" i="0" u="none" strike="noStrike" cap="none" normalizeH="0" baseline="0" dirty="0">
                <a:ln>
                  <a:noFill/>
                </a:ln>
                <a:solidFill>
                  <a:schemeClr val="tx1"/>
                </a:solidFill>
                <a:effectLst/>
                <a:latin typeface="Arial" panose="020B0604020202020204" pitchFamily="34" charset="0"/>
              </a:rPr>
              <a:t> </a:t>
            </a:r>
            <a:r>
              <a:rPr kumimoji="0" lang="es-ES" altLang="es-ES" b="0" i="0" u="none" strike="noStrike" cap="none" normalizeH="0" baseline="0" dirty="0" err="1">
                <a:ln>
                  <a:noFill/>
                </a:ln>
                <a:solidFill>
                  <a:schemeClr val="tx1"/>
                </a:solidFill>
                <a:effectLst/>
                <a:latin typeface="Arial" panose="020B0604020202020204" pitchFamily="34" charset="0"/>
              </a:rPr>
              <a:t>evaluated</a:t>
            </a:r>
            <a:r>
              <a:rPr kumimoji="0" lang="es-ES" altLang="es-ES" b="0" i="0" u="none" strike="noStrike" cap="none" normalizeH="0" baseline="0" dirty="0">
                <a:ln>
                  <a:noFill/>
                </a:ln>
                <a:solidFill>
                  <a:schemeClr val="tx1"/>
                </a:solidFill>
                <a:effectLst/>
                <a:latin typeface="Arial" panose="020B0604020202020204" pitchFamily="34" charset="0"/>
              </a:rPr>
              <a:t>: </a:t>
            </a:r>
            <a:r>
              <a:rPr kumimoji="0" lang="es-ES" altLang="es-ES" b="0" i="0" u="none" strike="noStrike" cap="none" normalizeH="0" baseline="0" dirty="0" err="1">
                <a:ln>
                  <a:noFill/>
                </a:ln>
                <a:solidFill>
                  <a:schemeClr val="tx1"/>
                </a:solidFill>
                <a:effectLst/>
                <a:latin typeface="Arial" panose="020B0604020202020204" pitchFamily="34" charset="0"/>
              </a:rPr>
              <a:t>Random</a:t>
            </a:r>
            <a:r>
              <a:rPr kumimoji="0" lang="es-ES" altLang="es-ES" b="0" i="0" u="none" strike="noStrike" cap="none" normalizeH="0" baseline="0" dirty="0">
                <a:ln>
                  <a:noFill/>
                </a:ln>
                <a:solidFill>
                  <a:schemeClr val="tx1"/>
                </a:solidFill>
                <a:effectLst/>
                <a:latin typeface="Arial" panose="020B0604020202020204" pitchFamily="34" charset="0"/>
              </a:rPr>
              <a:t> Forest, SVM, </a:t>
            </a:r>
            <a:r>
              <a:rPr kumimoji="0" lang="es-ES" altLang="es-ES" b="0" i="0" u="none" strike="noStrike" cap="none" normalizeH="0" baseline="0" dirty="0" err="1">
                <a:ln>
                  <a:noFill/>
                </a:ln>
                <a:solidFill>
                  <a:schemeClr val="tx1"/>
                </a:solidFill>
                <a:effectLst/>
                <a:latin typeface="Arial" panose="020B0604020202020204" pitchFamily="34" charset="0"/>
              </a:rPr>
              <a:t>XGBoost</a:t>
            </a:r>
            <a:r>
              <a:rPr kumimoji="0" lang="es-ES" altLang="es-ES" b="0" i="0" u="none" strike="noStrike" cap="none" normalizeH="0" baseline="0" dirty="0">
                <a:ln>
                  <a:noFill/>
                </a:ln>
                <a:solidFill>
                  <a:schemeClr val="tx1"/>
                </a:solidFill>
                <a:effectLst/>
                <a:latin typeface="Arial" panose="020B0604020202020204" pitchFamily="34" charset="0"/>
              </a:rPr>
              <a:t>.</a:t>
            </a:r>
          </a:p>
        </p:txBody>
      </p:sp>
      <p:pic>
        <p:nvPicPr>
          <p:cNvPr id="4" name="Sonido grabado">
            <a:hlinkClick r:id="" action="ppaction://media"/>
            <a:extLst>
              <a:ext uri="{FF2B5EF4-FFF2-40B4-BE49-F238E27FC236}">
                <a16:creationId xmlns:a16="http://schemas.microsoft.com/office/drawing/2014/main" id="{7E02D7AE-F811-96B0-850E-5CE816425869}"/>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414892" y="5445224"/>
            <a:ext cx="609600" cy="609600"/>
          </a:xfrm>
          <a:prstGeom prst="rect">
            <a:avLst/>
          </a:prstGeom>
        </p:spPr>
      </p:pic>
    </p:spTree>
    <p:extLst>
      <p:ext uri="{BB962C8B-B14F-4D97-AF65-F5344CB8AC3E}">
        <p14:creationId xmlns:p14="http://schemas.microsoft.com/office/powerpoint/2010/main" val="3969558106"/>
      </p:ext>
    </p:extLst>
  </p:cSld>
  <p:clrMapOvr>
    <a:masterClrMapping/>
  </p:clrMapOvr>
  <mc:AlternateContent xmlns:mc="http://schemas.openxmlformats.org/markup-compatibility/2006" xmlns:p14="http://schemas.microsoft.com/office/powerpoint/2010/main">
    <mc:Choice Requires="p14">
      <p:transition spd="med" p14:dur="700" advTm="23654">
        <p:fade/>
      </p:transition>
    </mc:Choice>
    <mc:Fallback xmlns="">
      <p:transition spd="med" advTm="23654">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3838"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430116" y="0"/>
            <a:ext cx="12071077" cy="1219200"/>
          </a:xfrm>
        </p:spPr>
        <p:txBody>
          <a:bodyPr rtlCol="0"/>
          <a:lstStyle/>
          <a:p>
            <a:pPr rtl="0"/>
            <a:r>
              <a:rPr lang="es-ES" dirty="0"/>
              <a:t>RESULTADOS / RESULTS</a:t>
            </a:r>
          </a:p>
        </p:txBody>
      </p:sp>
      <p:pic>
        <p:nvPicPr>
          <p:cNvPr id="19" name="Imagen 18">
            <a:extLst>
              <a:ext uri="{FF2B5EF4-FFF2-40B4-BE49-F238E27FC236}">
                <a16:creationId xmlns:a16="http://schemas.microsoft.com/office/drawing/2014/main" id="{75F3AF9E-9F64-C7FD-A660-0F909ADD078B}"/>
              </a:ext>
            </a:extLst>
          </p:cNvPr>
          <p:cNvPicPr>
            <a:picLocks noChangeAspect="1"/>
          </p:cNvPicPr>
          <p:nvPr/>
        </p:nvPicPr>
        <p:blipFill>
          <a:blip r:embed="rId5"/>
          <a:stretch>
            <a:fillRect/>
          </a:stretch>
        </p:blipFill>
        <p:spPr>
          <a:xfrm>
            <a:off x="8389963" y="4195350"/>
            <a:ext cx="2724715" cy="2107114"/>
          </a:xfrm>
          <a:prstGeom prst="rect">
            <a:avLst/>
          </a:prstGeom>
        </p:spPr>
      </p:pic>
      <p:sp>
        <p:nvSpPr>
          <p:cNvPr id="3" name="Rectangle 1">
            <a:extLst>
              <a:ext uri="{FF2B5EF4-FFF2-40B4-BE49-F238E27FC236}">
                <a16:creationId xmlns:a16="http://schemas.microsoft.com/office/drawing/2014/main" id="{AEF4A088-A7A3-09ED-4B3E-14A7B95626DB}"/>
              </a:ext>
            </a:extLst>
          </p:cNvPr>
          <p:cNvSpPr>
            <a:spLocks noChangeArrowheads="1"/>
          </p:cNvSpPr>
          <p:nvPr/>
        </p:nvSpPr>
        <p:spPr bwMode="auto">
          <a:xfrm>
            <a:off x="909836" y="2304455"/>
            <a:ext cx="8842485"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2800" b="0" i="0" u="none" strike="noStrike" cap="none" normalizeH="0" baseline="0" dirty="0" err="1">
                <a:ln>
                  <a:noFill/>
                </a:ln>
                <a:solidFill>
                  <a:schemeClr val="tx1"/>
                </a:solidFill>
                <a:effectLst/>
                <a:latin typeface="Arial" panose="020B0604020202020204" pitchFamily="34" charset="0"/>
              </a:rPr>
              <a:t>Best</a:t>
            </a:r>
            <a:r>
              <a:rPr kumimoji="0" lang="es-ES" altLang="es-ES" sz="2800" b="0" i="0" u="none" strike="noStrike" cap="none" normalizeH="0" baseline="0" dirty="0">
                <a:ln>
                  <a:noFill/>
                </a:ln>
                <a:solidFill>
                  <a:schemeClr val="tx1"/>
                </a:solidFill>
                <a:effectLst/>
                <a:latin typeface="Arial" panose="020B0604020202020204" pitchFamily="34" charset="0"/>
              </a:rPr>
              <a:t> </a:t>
            </a:r>
            <a:r>
              <a:rPr kumimoji="0" lang="es-ES" altLang="es-ES" sz="2800" b="0" i="0" u="none" strike="noStrike" cap="none" normalizeH="0" baseline="0" dirty="0" err="1">
                <a:ln>
                  <a:noFill/>
                </a:ln>
                <a:solidFill>
                  <a:schemeClr val="tx1"/>
                </a:solidFill>
                <a:effectLst/>
                <a:latin typeface="Arial" panose="020B0604020202020204" pitchFamily="34" charset="0"/>
              </a:rPr>
              <a:t>model</a:t>
            </a:r>
            <a:r>
              <a:rPr kumimoji="0" lang="es-ES" altLang="es-ES" sz="2800" b="0" i="0" u="none" strike="noStrike" cap="none" normalizeH="0" baseline="0" dirty="0">
                <a:ln>
                  <a:noFill/>
                </a:ln>
                <a:solidFill>
                  <a:schemeClr val="tx1"/>
                </a:solidFill>
                <a:effectLst/>
                <a:latin typeface="Arial" panose="020B0604020202020204" pitchFamily="34" charset="0"/>
              </a:rPr>
              <a:t>: </a:t>
            </a:r>
            <a:r>
              <a:rPr kumimoji="0" lang="es-ES" altLang="es-ES" sz="2800" b="0" i="0" u="none" strike="noStrike" cap="none" normalizeH="0" baseline="0" dirty="0" err="1">
                <a:ln>
                  <a:noFill/>
                </a:ln>
                <a:solidFill>
                  <a:schemeClr val="tx1"/>
                </a:solidFill>
                <a:effectLst/>
                <a:latin typeface="Arial" panose="020B0604020202020204" pitchFamily="34" charset="0"/>
              </a:rPr>
              <a:t>Optimized</a:t>
            </a:r>
            <a:r>
              <a:rPr kumimoji="0" lang="es-ES" altLang="es-ES" sz="2800" b="0" i="0" u="none" strike="noStrike" cap="none" normalizeH="0" baseline="0" dirty="0">
                <a:ln>
                  <a:noFill/>
                </a:ln>
                <a:solidFill>
                  <a:schemeClr val="tx1"/>
                </a:solidFill>
                <a:effectLst/>
                <a:latin typeface="Arial" panose="020B0604020202020204" pitchFamily="34" charset="0"/>
              </a:rPr>
              <a:t> </a:t>
            </a:r>
            <a:r>
              <a:rPr kumimoji="0" lang="es-ES" altLang="es-ES" sz="2800" b="0" i="0" u="none" strike="noStrike" cap="none" normalizeH="0" baseline="0" dirty="0" err="1">
                <a:ln>
                  <a:noFill/>
                </a:ln>
                <a:solidFill>
                  <a:schemeClr val="tx1"/>
                </a:solidFill>
                <a:effectLst/>
                <a:latin typeface="Arial" panose="020B0604020202020204" pitchFamily="34" charset="0"/>
              </a:rPr>
              <a:t>Random</a:t>
            </a:r>
            <a:r>
              <a:rPr kumimoji="0" lang="es-ES" altLang="es-ES" sz="2800" b="0" i="0" u="none" strike="noStrike" cap="none" normalizeH="0" baseline="0" dirty="0">
                <a:ln>
                  <a:noFill/>
                </a:ln>
                <a:solidFill>
                  <a:schemeClr val="tx1"/>
                </a:solidFill>
                <a:effectLst/>
                <a:latin typeface="Arial" panose="020B0604020202020204" pitchFamily="34" charset="0"/>
              </a:rPr>
              <a:t> Forest.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2800" b="0" i="0" u="none" strike="noStrike" cap="none" normalizeH="0" baseline="0" dirty="0" err="1">
                <a:ln>
                  <a:noFill/>
                </a:ln>
                <a:solidFill>
                  <a:schemeClr val="tx1"/>
                </a:solidFill>
                <a:effectLst/>
                <a:latin typeface="Arial" panose="020B0604020202020204" pitchFamily="34" charset="0"/>
              </a:rPr>
              <a:t>Main</a:t>
            </a:r>
            <a:r>
              <a:rPr kumimoji="0" lang="es-ES" altLang="es-ES" sz="2800" b="0" i="0" u="none" strike="noStrike" cap="none" normalizeH="0" baseline="0" dirty="0">
                <a:ln>
                  <a:noFill/>
                </a:ln>
                <a:solidFill>
                  <a:schemeClr val="tx1"/>
                </a:solidFill>
                <a:effectLst/>
                <a:latin typeface="Arial" panose="020B0604020202020204" pitchFamily="34" charset="0"/>
              </a:rPr>
              <a:t> </a:t>
            </a:r>
            <a:r>
              <a:rPr kumimoji="0" lang="es-ES" altLang="es-ES" sz="2800" b="0" i="0" u="none" strike="noStrike" cap="none" normalizeH="0" baseline="0" dirty="0" err="1">
                <a:ln>
                  <a:noFill/>
                </a:ln>
                <a:solidFill>
                  <a:schemeClr val="tx1"/>
                </a:solidFill>
                <a:effectLst/>
                <a:latin typeface="Arial" panose="020B0604020202020204" pitchFamily="34" charset="0"/>
              </a:rPr>
              <a:t>metric</a:t>
            </a:r>
            <a:r>
              <a:rPr kumimoji="0" lang="es-ES" altLang="es-ES" sz="2800" b="0" i="0" u="none" strike="noStrike" cap="none" normalizeH="0" baseline="0" dirty="0">
                <a:ln>
                  <a:noFill/>
                </a:ln>
                <a:solidFill>
                  <a:schemeClr val="tx1"/>
                </a:solidFill>
                <a:effectLst/>
                <a:latin typeface="Arial" panose="020B0604020202020204" pitchFamily="34" charset="0"/>
              </a:rPr>
              <a:t>: Macro F1-score ~0.60.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2800" b="0" i="0" u="none" strike="noStrike" cap="none" normalizeH="0" baseline="0" dirty="0" err="1">
                <a:ln>
                  <a:noFill/>
                </a:ln>
                <a:solidFill>
                  <a:schemeClr val="tx1"/>
                </a:solidFill>
                <a:effectLst/>
                <a:latin typeface="Arial" panose="020B0604020202020204" pitchFamily="34" charset="0"/>
              </a:rPr>
              <a:t>Errors</a:t>
            </a:r>
            <a:r>
              <a:rPr kumimoji="0" lang="es-ES" altLang="es-ES" sz="2800" b="0" i="0" u="none" strike="noStrike" cap="none" normalizeH="0" baseline="0" dirty="0">
                <a:ln>
                  <a:noFill/>
                </a:ln>
                <a:solidFill>
                  <a:schemeClr val="tx1"/>
                </a:solidFill>
                <a:effectLst/>
                <a:latin typeface="Arial" panose="020B0604020202020204" pitchFamily="34" charset="0"/>
              </a:rPr>
              <a:t> </a:t>
            </a:r>
            <a:r>
              <a:rPr kumimoji="0" lang="es-ES" altLang="es-ES" sz="2800" b="0" i="0" u="none" strike="noStrike" cap="none" normalizeH="0" baseline="0" dirty="0" err="1">
                <a:ln>
                  <a:noFill/>
                </a:ln>
                <a:solidFill>
                  <a:schemeClr val="tx1"/>
                </a:solidFill>
                <a:effectLst/>
                <a:latin typeface="Arial" panose="020B0604020202020204" pitchFamily="34" charset="0"/>
              </a:rPr>
              <a:t>mostly</a:t>
            </a:r>
            <a:r>
              <a:rPr kumimoji="0" lang="es-ES" altLang="es-ES" sz="2800" b="0" i="0" u="none" strike="noStrike" cap="none" normalizeH="0" baseline="0" dirty="0">
                <a:ln>
                  <a:noFill/>
                </a:ln>
                <a:solidFill>
                  <a:schemeClr val="tx1"/>
                </a:solidFill>
                <a:effectLst/>
                <a:latin typeface="Arial" panose="020B0604020202020204" pitchFamily="34" charset="0"/>
              </a:rPr>
              <a:t> </a:t>
            </a:r>
            <a:r>
              <a:rPr kumimoji="0" lang="es-ES" altLang="es-ES" sz="2800" b="0" i="0" u="none" strike="noStrike" cap="none" normalizeH="0" baseline="0" dirty="0" err="1">
                <a:ln>
                  <a:noFill/>
                </a:ln>
                <a:solidFill>
                  <a:schemeClr val="tx1"/>
                </a:solidFill>
                <a:effectLst/>
                <a:latin typeface="Arial" panose="020B0604020202020204" pitchFamily="34" charset="0"/>
              </a:rPr>
              <a:t>between</a:t>
            </a:r>
            <a:r>
              <a:rPr kumimoji="0" lang="es-ES" altLang="es-ES" sz="2800" b="0" i="0" u="none" strike="noStrike" cap="none" normalizeH="0" baseline="0" dirty="0">
                <a:ln>
                  <a:noFill/>
                </a:ln>
                <a:solidFill>
                  <a:schemeClr val="tx1"/>
                </a:solidFill>
                <a:effectLst/>
                <a:latin typeface="Arial" panose="020B0604020202020204" pitchFamily="34" charset="0"/>
              </a:rPr>
              <a:t> </a:t>
            </a:r>
            <a:r>
              <a:rPr kumimoji="0" lang="es-ES" altLang="es-ES" sz="2800" b="0" i="0" u="none" strike="noStrike" cap="none" normalizeH="0" baseline="0" dirty="0" err="1">
                <a:ln>
                  <a:noFill/>
                </a:ln>
                <a:solidFill>
                  <a:schemeClr val="tx1"/>
                </a:solidFill>
                <a:effectLst/>
                <a:latin typeface="Arial" panose="020B0604020202020204" pitchFamily="34" charset="0"/>
              </a:rPr>
              <a:t>adjacent</a:t>
            </a:r>
            <a:r>
              <a:rPr kumimoji="0" lang="es-ES" altLang="es-ES" sz="2800" b="0" i="0" u="none" strike="noStrike" cap="none" normalizeH="0" baseline="0" dirty="0">
                <a:ln>
                  <a:noFill/>
                </a:ln>
                <a:solidFill>
                  <a:schemeClr val="tx1"/>
                </a:solidFill>
                <a:effectLst/>
                <a:latin typeface="Arial" panose="020B0604020202020204" pitchFamily="34" charset="0"/>
              </a:rPr>
              <a:t> </a:t>
            </a:r>
            <a:r>
              <a:rPr kumimoji="0" lang="es-ES" altLang="es-ES" sz="2800" b="0" i="0" u="none" strike="noStrike" cap="none" normalizeH="0" baseline="0" dirty="0" err="1">
                <a:ln>
                  <a:noFill/>
                </a:ln>
                <a:solidFill>
                  <a:schemeClr val="tx1"/>
                </a:solidFill>
                <a:effectLst/>
                <a:latin typeface="Arial" panose="020B0604020202020204" pitchFamily="34" charset="0"/>
              </a:rPr>
              <a:t>classes</a:t>
            </a:r>
            <a:r>
              <a:rPr kumimoji="0" lang="es-ES" altLang="es-ES" sz="2800" b="0" i="0" u="none" strike="noStrike" cap="none" normalizeH="0" baseline="0" dirty="0">
                <a:ln>
                  <a:noFill/>
                </a:ln>
                <a:solidFill>
                  <a:schemeClr val="tx1"/>
                </a:solidFill>
                <a:effectLst/>
                <a:latin typeface="Arial" panose="020B0604020202020204" pitchFamily="34" charset="0"/>
              </a:rPr>
              <a:t> (</a:t>
            </a:r>
            <a:r>
              <a:rPr kumimoji="0" lang="es-ES" altLang="es-ES" sz="2800" b="0" i="0" u="none" strike="noStrike" cap="none" normalizeH="0" baseline="0" dirty="0" err="1">
                <a:ln>
                  <a:noFill/>
                </a:ln>
                <a:solidFill>
                  <a:schemeClr val="tx1"/>
                </a:solidFill>
                <a:effectLst/>
                <a:latin typeface="Arial" panose="020B0604020202020204" pitchFamily="34" charset="0"/>
              </a:rPr>
              <a:t>e.g</a:t>
            </a:r>
            <a:r>
              <a:rPr kumimoji="0" lang="es-ES" altLang="es-ES" sz="2800" b="0" i="0" u="none" strike="noStrike" cap="none" normalizeH="0" baseline="0" dirty="0">
                <a:ln>
                  <a:noFill/>
                </a:ln>
                <a:solidFill>
                  <a:schemeClr val="tx1"/>
                </a:solidFill>
                <a:effectLst/>
                <a:latin typeface="Arial" panose="020B0604020202020204" pitchFamily="34" charset="0"/>
              </a:rPr>
              <a:t>., 5 vs 6).</a:t>
            </a:r>
          </a:p>
        </p:txBody>
      </p:sp>
      <p:pic>
        <p:nvPicPr>
          <p:cNvPr id="4" name="Sonido grabado">
            <a:hlinkClick r:id="" action="ppaction://media"/>
            <a:extLst>
              <a:ext uri="{FF2B5EF4-FFF2-40B4-BE49-F238E27FC236}">
                <a16:creationId xmlns:a16="http://schemas.microsoft.com/office/drawing/2014/main" id="{F3A16BCC-36F3-C6FC-B79F-BBA06F497678}"/>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350996" y="5715494"/>
            <a:ext cx="609600" cy="609600"/>
          </a:xfrm>
          <a:prstGeom prst="rect">
            <a:avLst/>
          </a:prstGeom>
        </p:spPr>
      </p:pic>
    </p:spTree>
    <p:extLst>
      <p:ext uri="{BB962C8B-B14F-4D97-AF65-F5344CB8AC3E}">
        <p14:creationId xmlns:p14="http://schemas.microsoft.com/office/powerpoint/2010/main" val="1816923565"/>
      </p:ext>
    </p:extLst>
  </p:cSld>
  <p:clrMapOvr>
    <a:masterClrMapping/>
  </p:clrMapOvr>
  <mc:AlternateContent xmlns:mc="http://schemas.openxmlformats.org/markup-compatibility/2006" xmlns:p14="http://schemas.microsoft.com/office/powerpoint/2010/main">
    <mc:Choice Requires="p14">
      <p:transition spd="med" p14:dur="700" advTm="22250">
        <p:fade/>
      </p:transition>
    </mc:Choice>
    <mc:Fallback xmlns="">
      <p:transition spd="med" advTm="2225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4767"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7828" y="188640"/>
            <a:ext cx="10657184" cy="859160"/>
          </a:xfrm>
        </p:spPr>
        <p:txBody>
          <a:bodyPr rtlCol="0">
            <a:normAutofit/>
          </a:bodyPr>
          <a:lstStyle/>
          <a:p>
            <a:pPr rtl="0"/>
            <a:r>
              <a:rPr lang="es-ES" dirty="0"/>
              <a:t>CONCLUSIONES / CONCLUSIONS</a:t>
            </a:r>
          </a:p>
        </p:txBody>
      </p:sp>
      <p:pic>
        <p:nvPicPr>
          <p:cNvPr id="21" name="Imagen 20">
            <a:extLst>
              <a:ext uri="{FF2B5EF4-FFF2-40B4-BE49-F238E27FC236}">
                <a16:creationId xmlns:a16="http://schemas.microsoft.com/office/drawing/2014/main" id="{21CB6079-1442-8226-5065-97B4D46EE065}"/>
              </a:ext>
            </a:extLst>
          </p:cNvPr>
          <p:cNvPicPr>
            <a:picLocks noChangeAspect="1"/>
          </p:cNvPicPr>
          <p:nvPr/>
        </p:nvPicPr>
        <p:blipFill>
          <a:blip r:embed="rId5"/>
          <a:stretch>
            <a:fillRect/>
          </a:stretch>
        </p:blipFill>
        <p:spPr>
          <a:xfrm>
            <a:off x="8846931" y="4683462"/>
            <a:ext cx="2207588" cy="1625858"/>
          </a:xfrm>
          <a:prstGeom prst="rect">
            <a:avLst/>
          </a:prstGeom>
        </p:spPr>
      </p:pic>
      <p:sp>
        <p:nvSpPr>
          <p:cNvPr id="5" name="Rectangle 2">
            <a:extLst>
              <a:ext uri="{FF2B5EF4-FFF2-40B4-BE49-F238E27FC236}">
                <a16:creationId xmlns:a16="http://schemas.microsoft.com/office/drawing/2014/main" id="{9263E3D8-4C83-40B8-6927-A1159A7259D1}"/>
              </a:ext>
            </a:extLst>
          </p:cNvPr>
          <p:cNvSpPr>
            <a:spLocks noChangeArrowheads="1"/>
          </p:cNvSpPr>
          <p:nvPr/>
        </p:nvSpPr>
        <p:spPr bwMode="auto">
          <a:xfrm>
            <a:off x="981844" y="1656383"/>
            <a:ext cx="9070112"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2800" b="0" i="0" u="none" strike="noStrike" cap="none" normalizeH="0" baseline="0" dirty="0" err="1">
                <a:ln>
                  <a:noFill/>
                </a:ln>
                <a:solidFill>
                  <a:schemeClr val="tx1"/>
                </a:solidFill>
                <a:effectLst/>
                <a:latin typeface="Arial" panose="020B0604020202020204" pitchFamily="34" charset="0"/>
              </a:rPr>
              <a:t>Useful</a:t>
            </a:r>
            <a:r>
              <a:rPr kumimoji="0" lang="es-ES" altLang="es-ES" sz="2800" b="0" i="0" u="none" strike="noStrike" cap="none" normalizeH="0" baseline="0" dirty="0">
                <a:ln>
                  <a:noFill/>
                </a:ln>
                <a:solidFill>
                  <a:schemeClr val="tx1"/>
                </a:solidFill>
                <a:effectLst/>
                <a:latin typeface="Arial" panose="020B0604020202020204" pitchFamily="34" charset="0"/>
              </a:rPr>
              <a:t> </a:t>
            </a:r>
            <a:r>
              <a:rPr kumimoji="0" lang="es-ES" altLang="es-ES" sz="2800" b="0" i="0" u="none" strike="noStrike" cap="none" normalizeH="0" baseline="0" dirty="0" err="1">
                <a:ln>
                  <a:noFill/>
                </a:ln>
                <a:solidFill>
                  <a:schemeClr val="tx1"/>
                </a:solidFill>
                <a:effectLst/>
                <a:latin typeface="Arial" panose="020B0604020202020204" pitchFamily="34" charset="0"/>
              </a:rPr>
              <a:t>model</a:t>
            </a:r>
            <a:r>
              <a:rPr kumimoji="0" lang="es-ES" altLang="es-ES" sz="2800" b="0" i="0" u="none" strike="noStrike" cap="none" normalizeH="0" baseline="0" dirty="0">
                <a:ln>
                  <a:noFill/>
                </a:ln>
                <a:solidFill>
                  <a:schemeClr val="tx1"/>
                </a:solidFill>
                <a:effectLst/>
                <a:latin typeface="Arial" panose="020B0604020202020204" pitchFamily="34" charset="0"/>
              </a:rPr>
              <a:t> </a:t>
            </a:r>
            <a:r>
              <a:rPr kumimoji="0" lang="es-ES" altLang="es-ES" sz="2800" b="0" i="0" u="none" strike="noStrike" cap="none" normalizeH="0" baseline="0" dirty="0" err="1">
                <a:ln>
                  <a:noFill/>
                </a:ln>
                <a:solidFill>
                  <a:schemeClr val="tx1"/>
                </a:solidFill>
                <a:effectLst/>
                <a:latin typeface="Arial" panose="020B0604020202020204" pitchFamily="34" charset="0"/>
              </a:rPr>
              <a:t>to</a:t>
            </a:r>
            <a:r>
              <a:rPr kumimoji="0" lang="es-ES" altLang="es-ES" sz="2800" b="0" i="0" u="none" strike="noStrike" cap="none" normalizeH="0" baseline="0" dirty="0">
                <a:ln>
                  <a:noFill/>
                </a:ln>
                <a:solidFill>
                  <a:schemeClr val="tx1"/>
                </a:solidFill>
                <a:effectLst/>
                <a:latin typeface="Arial" panose="020B0604020202020204" pitchFamily="34" charset="0"/>
              </a:rPr>
              <a:t> </a:t>
            </a:r>
            <a:r>
              <a:rPr kumimoji="0" lang="es-ES" altLang="es-ES" sz="2800" b="0" i="0" u="none" strike="noStrike" cap="none" normalizeH="0" baseline="0" dirty="0" err="1">
                <a:ln>
                  <a:noFill/>
                </a:ln>
                <a:solidFill>
                  <a:schemeClr val="tx1"/>
                </a:solidFill>
                <a:effectLst/>
                <a:latin typeface="Arial" panose="020B0604020202020204" pitchFamily="34" charset="0"/>
              </a:rPr>
              <a:t>predict</a:t>
            </a:r>
            <a:r>
              <a:rPr kumimoji="0" lang="es-ES" altLang="es-ES" sz="2800" b="0" i="0" u="none" strike="noStrike" cap="none" normalizeH="0" baseline="0" dirty="0">
                <a:ln>
                  <a:noFill/>
                </a:ln>
                <a:solidFill>
                  <a:schemeClr val="tx1"/>
                </a:solidFill>
                <a:effectLst/>
                <a:latin typeface="Arial" panose="020B0604020202020204" pitchFamily="34" charset="0"/>
              </a:rPr>
              <a:t> </a:t>
            </a:r>
            <a:r>
              <a:rPr kumimoji="0" lang="es-ES" altLang="es-ES" sz="2800" b="0" i="0" u="none" strike="noStrike" cap="none" normalizeH="0" baseline="0" dirty="0" err="1">
                <a:ln>
                  <a:noFill/>
                </a:ln>
                <a:solidFill>
                  <a:schemeClr val="tx1"/>
                </a:solidFill>
                <a:effectLst/>
                <a:latin typeface="Arial" panose="020B0604020202020204" pitchFamily="34" charset="0"/>
              </a:rPr>
              <a:t>overall</a:t>
            </a:r>
            <a:r>
              <a:rPr kumimoji="0" lang="es-ES" altLang="es-ES" sz="2800" b="0" i="0" u="none" strike="noStrike" cap="none" normalizeH="0" baseline="0" dirty="0">
                <a:ln>
                  <a:noFill/>
                </a:ln>
                <a:solidFill>
                  <a:schemeClr val="tx1"/>
                </a:solidFill>
                <a:effectLst/>
                <a:latin typeface="Arial" panose="020B0604020202020204" pitchFamily="34" charset="0"/>
              </a:rPr>
              <a:t> </a:t>
            </a:r>
            <a:r>
              <a:rPr kumimoji="0" lang="es-ES" altLang="es-ES" sz="2800" b="0" i="0" u="none" strike="noStrike" cap="none" normalizeH="0" baseline="0" dirty="0" err="1">
                <a:ln>
                  <a:noFill/>
                </a:ln>
                <a:solidFill>
                  <a:schemeClr val="tx1"/>
                </a:solidFill>
                <a:effectLst/>
                <a:latin typeface="Arial" panose="020B0604020202020204" pitchFamily="34" charset="0"/>
              </a:rPr>
              <a:t>quality</a:t>
            </a:r>
            <a:r>
              <a:rPr kumimoji="0" lang="es-ES" altLang="es-ES" sz="2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2800" b="0" i="0" u="none" strike="noStrike" cap="none" normalizeH="0" baseline="0" dirty="0" err="1">
                <a:ln>
                  <a:noFill/>
                </a:ln>
                <a:solidFill>
                  <a:schemeClr val="tx1"/>
                </a:solidFill>
                <a:effectLst/>
                <a:latin typeface="Arial" panose="020B0604020202020204" pitchFamily="34" charset="0"/>
              </a:rPr>
              <a:t>Saves</a:t>
            </a:r>
            <a:r>
              <a:rPr kumimoji="0" lang="es-ES" altLang="es-ES" sz="2800" b="0" i="0" u="none" strike="noStrike" cap="none" normalizeH="0" baseline="0" dirty="0">
                <a:ln>
                  <a:noFill/>
                </a:ln>
                <a:solidFill>
                  <a:schemeClr val="tx1"/>
                </a:solidFill>
                <a:effectLst/>
                <a:latin typeface="Arial" panose="020B0604020202020204" pitchFamily="34" charset="0"/>
              </a:rPr>
              <a:t> time and </a:t>
            </a:r>
            <a:r>
              <a:rPr kumimoji="0" lang="es-ES" altLang="es-ES" sz="2800" b="0" i="0" u="none" strike="noStrike" cap="none" normalizeH="0" baseline="0" dirty="0" err="1">
                <a:ln>
                  <a:noFill/>
                </a:ln>
                <a:solidFill>
                  <a:schemeClr val="tx1"/>
                </a:solidFill>
                <a:effectLst/>
                <a:latin typeface="Arial" panose="020B0604020202020204" pitchFamily="34" charset="0"/>
              </a:rPr>
              <a:t>costs</a:t>
            </a:r>
            <a:r>
              <a:rPr kumimoji="0" lang="es-ES" altLang="es-ES" sz="2800" b="0" i="0" u="none" strike="noStrike" cap="none" normalizeH="0" baseline="0" dirty="0">
                <a:ln>
                  <a:noFill/>
                </a:ln>
                <a:solidFill>
                  <a:schemeClr val="tx1"/>
                </a:solidFill>
                <a:effectLst/>
                <a:latin typeface="Arial" panose="020B0604020202020204" pitchFamily="34" charset="0"/>
              </a:rPr>
              <a:t> in </a:t>
            </a:r>
            <a:r>
              <a:rPr kumimoji="0" lang="es-ES" altLang="es-ES" sz="2800" b="0" i="0" u="none" strike="noStrike" cap="none" normalizeH="0" baseline="0" dirty="0" err="1">
                <a:ln>
                  <a:noFill/>
                </a:ln>
                <a:solidFill>
                  <a:schemeClr val="tx1"/>
                </a:solidFill>
                <a:effectLst/>
                <a:latin typeface="Arial" panose="020B0604020202020204" pitchFamily="34" charset="0"/>
              </a:rPr>
              <a:t>quality</a:t>
            </a:r>
            <a:r>
              <a:rPr kumimoji="0" lang="es-ES" altLang="es-ES" sz="2800" b="0" i="0" u="none" strike="noStrike" cap="none" normalizeH="0" baseline="0" dirty="0">
                <a:ln>
                  <a:noFill/>
                </a:ln>
                <a:solidFill>
                  <a:schemeClr val="tx1"/>
                </a:solidFill>
                <a:effectLst/>
                <a:latin typeface="Arial" panose="020B0604020202020204" pitchFamily="34" charset="0"/>
              </a:rPr>
              <a:t> control.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2800" b="0" i="0" u="none" strike="noStrike" cap="none" normalizeH="0" baseline="0" dirty="0">
                <a:ln>
                  <a:noFill/>
                </a:ln>
                <a:solidFill>
                  <a:schemeClr val="tx1"/>
                </a:solidFill>
                <a:effectLst/>
                <a:latin typeface="Arial" panose="020B0604020202020204" pitchFamily="34" charset="0"/>
              </a:rPr>
              <a:t>Can be </a:t>
            </a:r>
            <a:r>
              <a:rPr kumimoji="0" lang="es-ES" altLang="es-ES" sz="2800" b="0" i="0" u="none" strike="noStrike" cap="none" normalizeH="0" baseline="0" dirty="0" err="1">
                <a:ln>
                  <a:noFill/>
                </a:ln>
                <a:solidFill>
                  <a:schemeClr val="tx1"/>
                </a:solidFill>
                <a:effectLst/>
                <a:latin typeface="Arial" panose="020B0604020202020204" pitchFamily="34" charset="0"/>
              </a:rPr>
              <a:t>improved</a:t>
            </a:r>
            <a:r>
              <a:rPr kumimoji="0" lang="es-ES" altLang="es-ES" sz="2800" b="0" i="0" u="none" strike="noStrike" cap="none" normalizeH="0" baseline="0" dirty="0">
                <a:ln>
                  <a:noFill/>
                </a:ln>
                <a:solidFill>
                  <a:schemeClr val="tx1"/>
                </a:solidFill>
                <a:effectLst/>
                <a:latin typeface="Arial" panose="020B0604020202020204" pitchFamily="34" charset="0"/>
              </a:rPr>
              <a:t> </a:t>
            </a:r>
            <a:r>
              <a:rPr kumimoji="0" lang="es-ES" altLang="es-ES" sz="2800" b="0" i="0" u="none" strike="noStrike" cap="none" normalizeH="0" baseline="0" dirty="0" err="1">
                <a:ln>
                  <a:noFill/>
                </a:ln>
                <a:solidFill>
                  <a:schemeClr val="tx1"/>
                </a:solidFill>
                <a:effectLst/>
                <a:latin typeface="Arial" panose="020B0604020202020204" pitchFamily="34" charset="0"/>
              </a:rPr>
              <a:t>with</a:t>
            </a:r>
            <a:r>
              <a:rPr kumimoji="0" lang="es-ES" altLang="es-ES" sz="2800" b="0" i="0" u="none" strike="noStrike" cap="none" normalizeH="0" baseline="0" dirty="0">
                <a:ln>
                  <a:noFill/>
                </a:ln>
                <a:solidFill>
                  <a:schemeClr val="tx1"/>
                </a:solidFill>
                <a:effectLst/>
                <a:latin typeface="Arial" panose="020B0604020202020204" pitchFamily="34" charset="0"/>
              </a:rPr>
              <a:t> more data </a:t>
            </a:r>
            <a:r>
              <a:rPr kumimoji="0" lang="es-ES" altLang="es-ES" sz="2800" b="0" i="0" u="none" strike="noStrike" cap="none" normalizeH="0" baseline="0" dirty="0" err="1">
                <a:ln>
                  <a:noFill/>
                </a:ln>
                <a:solidFill>
                  <a:schemeClr val="tx1"/>
                </a:solidFill>
                <a:effectLst/>
                <a:latin typeface="Arial" panose="020B0604020202020204" pitchFamily="34" charset="0"/>
              </a:rPr>
              <a:t>or</a:t>
            </a:r>
            <a:r>
              <a:rPr kumimoji="0" lang="es-ES" altLang="es-ES" sz="2800" b="0" i="0" u="none" strike="noStrike" cap="none" normalizeH="0" baseline="0" dirty="0">
                <a:ln>
                  <a:noFill/>
                </a:ln>
                <a:solidFill>
                  <a:schemeClr val="tx1"/>
                </a:solidFill>
                <a:effectLst/>
                <a:latin typeface="Arial" panose="020B0604020202020204" pitchFamily="34" charset="0"/>
              </a:rPr>
              <a:t> </a:t>
            </a:r>
            <a:r>
              <a:rPr kumimoji="0" lang="es-ES" altLang="es-ES" sz="2800" b="0" i="0" u="none" strike="noStrike" cap="none" normalizeH="0" baseline="0" dirty="0" err="1">
                <a:ln>
                  <a:noFill/>
                </a:ln>
                <a:solidFill>
                  <a:schemeClr val="tx1"/>
                </a:solidFill>
                <a:effectLst/>
                <a:latin typeface="Arial" panose="020B0604020202020204" pitchFamily="34" charset="0"/>
              </a:rPr>
              <a:t>additional</a:t>
            </a:r>
            <a:r>
              <a:rPr kumimoji="0" lang="es-ES" altLang="es-ES" sz="2800" b="0" i="0" u="none" strike="noStrike" cap="none" normalizeH="0" baseline="0" dirty="0">
                <a:ln>
                  <a:noFill/>
                </a:ln>
                <a:solidFill>
                  <a:schemeClr val="tx1"/>
                </a:solidFill>
                <a:effectLst/>
                <a:latin typeface="Arial" panose="020B0604020202020204" pitchFamily="34" charset="0"/>
              </a:rPr>
              <a:t> </a:t>
            </a:r>
            <a:r>
              <a:rPr kumimoji="0" lang="es-ES" altLang="es-ES" sz="2800" b="0" i="0" u="none" strike="noStrike" cap="none" normalizeH="0" baseline="0" dirty="0" err="1">
                <a:ln>
                  <a:noFill/>
                </a:ln>
                <a:solidFill>
                  <a:schemeClr val="tx1"/>
                </a:solidFill>
                <a:effectLst/>
                <a:latin typeface="Arial" panose="020B0604020202020204" pitchFamily="34" charset="0"/>
              </a:rPr>
              <a:t>features</a:t>
            </a:r>
            <a:r>
              <a:rPr kumimoji="0" lang="es-ES" altLang="es-ES" sz="2800" b="0" i="0" u="none" strike="noStrike" cap="none" normalizeH="0" baseline="0" dirty="0">
                <a:ln>
                  <a:noFill/>
                </a:ln>
                <a:solidFill>
                  <a:schemeClr val="tx1"/>
                </a:solidFill>
                <a:effectLst/>
                <a:latin typeface="Arial" panose="020B0604020202020204" pitchFamily="34" charset="0"/>
              </a:rPr>
              <a:t>.</a:t>
            </a:r>
          </a:p>
        </p:txBody>
      </p:sp>
      <p:pic>
        <p:nvPicPr>
          <p:cNvPr id="6" name="Sonido grabado">
            <a:hlinkClick r:id="" action="ppaction://media"/>
            <a:extLst>
              <a:ext uri="{FF2B5EF4-FFF2-40B4-BE49-F238E27FC236}">
                <a16:creationId xmlns:a16="http://schemas.microsoft.com/office/drawing/2014/main" id="{10D1B088-4C75-399F-F7EA-6651A5F94913}"/>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5789613" y="3124200"/>
            <a:ext cx="609600" cy="609600"/>
          </a:xfrm>
          <a:prstGeom prst="rect">
            <a:avLst/>
          </a:prstGeom>
        </p:spPr>
      </p:pic>
    </p:spTree>
    <p:extLst>
      <p:ext uri="{BB962C8B-B14F-4D97-AF65-F5344CB8AC3E}">
        <p14:creationId xmlns:p14="http://schemas.microsoft.com/office/powerpoint/2010/main" val="3287000155"/>
      </p:ext>
    </p:extLst>
  </p:cSld>
  <p:clrMapOvr>
    <a:masterClrMapping/>
  </p:clrMapOvr>
  <mc:AlternateContent xmlns:mc="http://schemas.openxmlformats.org/markup-compatibility/2006" xmlns:p14="http://schemas.microsoft.com/office/powerpoint/2010/main">
    <mc:Choice Requires="p14">
      <p:transition spd="med" p14:dur="700" advTm="45273">
        <p:fade/>
      </p:transition>
    </mc:Choice>
    <mc:Fallback xmlns="">
      <p:transition spd="med" advTm="45273">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937"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theme/theme1.xml><?xml version="1.0" encoding="utf-8"?>
<a:theme xmlns:a="http://schemas.openxmlformats.org/drawingml/2006/main" name="Radial rojo 16x9">
  <a:themeElements>
    <a:clrScheme name="RedRadial_16x9">
      <a:dk1>
        <a:sysClr val="windowText" lastClr="000000"/>
      </a:dk1>
      <a:lt1>
        <a:sysClr val="window" lastClr="FFFFFF"/>
      </a:lt1>
      <a:dk2>
        <a:srgbClr val="960000"/>
      </a:dk2>
      <a:lt2>
        <a:srgbClr val="BCB49E"/>
      </a:lt2>
      <a:accent1>
        <a:srgbClr val="DDA859"/>
      </a:accent1>
      <a:accent2>
        <a:srgbClr val="968A68"/>
      </a:accent2>
      <a:accent3>
        <a:srgbClr val="D3432B"/>
      </a:accent3>
      <a:accent4>
        <a:srgbClr val="BD9B47"/>
      </a:accent4>
      <a:accent5>
        <a:srgbClr val="618F91"/>
      </a:accent5>
      <a:accent6>
        <a:srgbClr val="DD7323"/>
      </a:accent6>
      <a:hlink>
        <a:srgbClr val="DDA859"/>
      </a:hlink>
      <a:folHlink>
        <a:srgbClr val="968A68"/>
      </a:folHlink>
    </a:clrScheme>
    <a:fontScheme name="Cambria">
      <a:maj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gradFill rotWithShape="1">
          <a:gsLst>
            <a:gs pos="0">
              <a:schemeClr val="phClr">
                <a:tint val="100000"/>
                <a:shade val="80000"/>
                <a:satMod val="100000"/>
              </a:schemeClr>
            </a:gs>
            <a:gs pos="65000">
              <a:schemeClr val="phClr">
                <a:tint val="100000"/>
                <a:shade val="40000"/>
                <a:satMod val="100000"/>
              </a:schemeClr>
            </a:gs>
            <a:gs pos="100000">
              <a:schemeClr val="phClr">
                <a:shade val="5000"/>
                <a:satMod val="100000"/>
              </a:schemeClr>
            </a:gs>
          </a:gsLst>
          <a:path path="circle">
            <a:fillToRect l="25000" t="25000" r="25000" b="25000"/>
          </a:path>
        </a:gradFill>
        <a:gradFill flip="none" rotWithShape="1">
          <a:gsLst>
            <a:gs pos="17000">
              <a:schemeClr val="phClr"/>
            </a:gs>
            <a:gs pos="71000">
              <a:schemeClr val="phClr">
                <a:tint val="100000"/>
                <a:shade val="40000"/>
                <a:satMod val="100000"/>
              </a:schemeClr>
            </a:gs>
            <a:gs pos="100000">
              <a:schemeClr val="phClr">
                <a:shade val="5000"/>
                <a:satMod val="100000"/>
              </a:schemeClr>
            </a:gs>
          </a:gsLst>
          <a:path path="circle">
            <a:fillToRect l="50000" t="50000" r="50000" b="50000"/>
          </a:path>
          <a:tileRect/>
        </a:gradFill>
      </a:bgFillStyleLst>
    </a:fmtScheme>
  </a:themeElements>
  <a:objectDefaults>
    <a:spDef>
      <a:spPr>
        <a:ln>
          <a:miter lim="800000"/>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nSpc>
            <a:spcPct val="90000"/>
          </a:lnSpc>
          <a:defRPr sz="2800"/>
        </a:defPPr>
      </a:lstStyle>
    </a:txDef>
  </a:objectDefaults>
  <a:extraClrSchemeLst/>
  <a:extLst>
    <a:ext uri="{05A4C25C-085E-4340-85A3-A5531E510DB2}">
      <thm15:themeFamily xmlns:thm15="http://schemas.microsoft.com/office/thememl/2012/main" name="Office_9532507_TF02804895_TF02804895.potx" id="{2E094358-37A7-41FD-8FD9-AF35140AB5E1}" vid="{6EEF7D0C-27E5-4081-AE9F-3209866B2F3D}"/>
    </a:ext>
  </a:extLst>
</a:theme>
</file>

<file path=ppt/theme/theme2.xml><?xml version="1.0" encoding="utf-8"?>
<a:theme xmlns:a="http://schemas.openxmlformats.org/drawingml/2006/main" name="Tema de Office">
  <a:themeElements>
    <a:clrScheme name="RedRadial_16x9">
      <a:dk1>
        <a:sysClr val="windowText" lastClr="000000"/>
      </a:dk1>
      <a:lt1>
        <a:sysClr val="window" lastClr="FFFFFF"/>
      </a:lt1>
      <a:dk2>
        <a:srgbClr val="960000"/>
      </a:dk2>
      <a:lt2>
        <a:srgbClr val="BCB49E"/>
      </a:lt2>
      <a:accent1>
        <a:srgbClr val="DDA859"/>
      </a:accent1>
      <a:accent2>
        <a:srgbClr val="968A68"/>
      </a:accent2>
      <a:accent3>
        <a:srgbClr val="D3432B"/>
      </a:accent3>
      <a:accent4>
        <a:srgbClr val="BD9B47"/>
      </a:accent4>
      <a:accent5>
        <a:srgbClr val="618F91"/>
      </a:accent5>
      <a:accent6>
        <a:srgbClr val="DD7323"/>
      </a:accent6>
      <a:hlink>
        <a:srgbClr val="DDA859"/>
      </a:hlink>
      <a:folHlink>
        <a:srgbClr val="968A68"/>
      </a:folHlink>
    </a:clrScheme>
    <a:fontScheme name="Cambria">
      <a:maj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gradFill rotWithShape="1">
          <a:gsLst>
            <a:gs pos="0">
              <a:schemeClr val="phClr">
                <a:tint val="100000"/>
                <a:shade val="80000"/>
                <a:satMod val="100000"/>
              </a:schemeClr>
            </a:gs>
            <a:gs pos="65000">
              <a:schemeClr val="phClr">
                <a:tint val="100000"/>
                <a:shade val="40000"/>
                <a:satMod val="100000"/>
              </a:schemeClr>
            </a:gs>
            <a:gs pos="100000">
              <a:schemeClr val="phClr">
                <a:shade val="5000"/>
                <a:satMod val="100000"/>
              </a:schemeClr>
            </a:gs>
          </a:gsLst>
          <a:path path="circle">
            <a:fillToRect l="25000" t="25000" r="25000" b="25000"/>
          </a:path>
        </a:gradFill>
        <a:gradFill flip="none" rotWithShape="1">
          <a:gsLst>
            <a:gs pos="17000">
              <a:schemeClr val="phClr"/>
            </a:gs>
            <a:gs pos="71000">
              <a:schemeClr val="phClr">
                <a:tint val="100000"/>
                <a:shade val="40000"/>
                <a:satMod val="100000"/>
              </a:schemeClr>
            </a:gs>
            <a:gs pos="100000">
              <a:schemeClr val="phClr">
                <a:shade val="5000"/>
                <a:satMod val="10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Tema de Office">
  <a:themeElements>
    <a:clrScheme name="RedRadial_16x9">
      <a:dk1>
        <a:sysClr val="windowText" lastClr="000000"/>
      </a:dk1>
      <a:lt1>
        <a:sysClr val="window" lastClr="FFFFFF"/>
      </a:lt1>
      <a:dk2>
        <a:srgbClr val="960000"/>
      </a:dk2>
      <a:lt2>
        <a:srgbClr val="BCB49E"/>
      </a:lt2>
      <a:accent1>
        <a:srgbClr val="DDA859"/>
      </a:accent1>
      <a:accent2>
        <a:srgbClr val="968A68"/>
      </a:accent2>
      <a:accent3>
        <a:srgbClr val="D3432B"/>
      </a:accent3>
      <a:accent4>
        <a:srgbClr val="BD9B47"/>
      </a:accent4>
      <a:accent5>
        <a:srgbClr val="618F91"/>
      </a:accent5>
      <a:accent6>
        <a:srgbClr val="DD7323"/>
      </a:accent6>
      <a:hlink>
        <a:srgbClr val="DDA859"/>
      </a:hlink>
      <a:folHlink>
        <a:srgbClr val="968A68"/>
      </a:folHlink>
    </a:clrScheme>
    <a:fontScheme name="Cambria">
      <a:maj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gradFill rotWithShape="1">
          <a:gsLst>
            <a:gs pos="0">
              <a:schemeClr val="phClr">
                <a:tint val="100000"/>
                <a:shade val="80000"/>
                <a:satMod val="100000"/>
              </a:schemeClr>
            </a:gs>
            <a:gs pos="65000">
              <a:schemeClr val="phClr">
                <a:tint val="100000"/>
                <a:shade val="40000"/>
                <a:satMod val="100000"/>
              </a:schemeClr>
            </a:gs>
            <a:gs pos="100000">
              <a:schemeClr val="phClr">
                <a:shade val="5000"/>
                <a:satMod val="100000"/>
              </a:schemeClr>
            </a:gs>
          </a:gsLst>
          <a:path path="circle">
            <a:fillToRect l="25000" t="25000" r="25000" b="25000"/>
          </a:path>
        </a:gradFill>
        <a:gradFill flip="none" rotWithShape="1">
          <a:gsLst>
            <a:gs pos="17000">
              <a:schemeClr val="phClr"/>
            </a:gs>
            <a:gs pos="71000">
              <a:schemeClr val="phClr">
                <a:tint val="100000"/>
                <a:shade val="40000"/>
                <a:satMod val="100000"/>
              </a:schemeClr>
            </a:gs>
            <a:gs pos="100000">
              <a:schemeClr val="phClr">
                <a:shade val="5000"/>
                <a:satMod val="100000"/>
              </a:schemeClr>
            </a:gs>
          </a:gsLst>
          <a:path path="circle">
            <a:fillToRect l="50000" t="50000" r="50000" b="50000"/>
          </a:path>
          <a:tileRect/>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AssetEditForm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DirectSourceMarket xmlns="4873beb7-5857-4685-be1f-d57550cc96cc" xsi:nil="true"/>
    <ApprovalStatus xmlns="4873beb7-5857-4685-be1f-d57550cc96cc">InProgress</ApprovalStatus>
    <MarketSpecific xmlns="4873beb7-5857-4685-be1f-d57550cc96cc">false</MarketSpecific>
    <LocComments xmlns="4873beb7-5857-4685-be1f-d57550cc96cc" xsi:nil="true"/>
    <ThumbnailAssetId xmlns="4873beb7-5857-4685-be1f-d57550cc96cc" xsi:nil="true"/>
    <PrimaryImageGen xmlns="4873beb7-5857-4685-be1f-d57550cc96cc">false</PrimaryImageGen>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1380992</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This template makes an impression with its bold red background, radial sunburst pattern, and contrasting black title bar. Consider it for your small business or marketing presentation. Or, take advantage of the red color scheme to make a holiday-themed presentation.  Compatible with PowerPoint 2013 and later, this template offers a variety of slide layouts including title slides, bulleted lists, photo with captions, a sample chart, and blank slide, all in a widescreen (16X9) format.
</APDescription>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2011-12-19T18:35:00+00:00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UACurrentWords xmlns="4873beb7-5857-4685-be1f-d57550cc96cc" xsi:nil="true"/>
    <ArtSampleDocs xmlns="4873beb7-5857-4685-be1f-d57550cc96cc" xsi:nil="true"/>
    <UALocRecommendation xmlns="4873beb7-5857-4685-be1f-d57550cc96cc">Localize</UALocRecommendation>
    <Manager xmlns="4873beb7-5857-4685-be1f-d57550cc96cc" xsi:nil="true"/>
    <ShowIn xmlns="4873beb7-5857-4685-be1f-d57550cc96cc">Show everywhere</ShowIn>
    <UANotes xmlns="4873beb7-5857-4685-be1f-d57550cc96cc" xsi:nil="true"/>
    <TemplateStatus xmlns="4873beb7-5857-4685-be1f-d57550cc96cc">Complete</TemplateStatus>
    <InternalTagsTaxHTField0 xmlns="4873beb7-5857-4685-be1f-d57550cc96cc">
      <Terms xmlns="http://schemas.microsoft.com/office/infopath/2007/PartnerControls"/>
    </InternalTagsTaxHTField0>
    <CSXHash xmlns="4873beb7-5857-4685-be1f-d57550cc96cc" xsi:nil="true"/>
    <Downloads xmlns="4873beb7-5857-4685-be1f-d57550cc96cc">0</Downloads>
    <VoteCount xmlns="4873beb7-5857-4685-be1f-d57550cc96cc" xsi:nil="true"/>
    <OOCacheId xmlns="4873beb7-5857-4685-be1f-d57550cc96cc" xsi:nil="true"/>
    <IsDeleted xmlns="4873beb7-5857-4685-be1f-d57550cc96cc">false</IsDeleted>
    <AssetExpire xmlns="4873beb7-5857-4685-be1f-d57550cc96cc">2035-01-01T08:00:00+00:00</AssetExpire>
    <DSATActionTaken xmlns="4873beb7-5857-4685-be1f-d57550cc96cc" xsi:nil="true"/>
    <CSXSubmissionMarket xmlns="4873beb7-5857-4685-be1f-d57550cc96cc" xsi:nil="true"/>
    <TPExecutable xmlns="4873beb7-5857-4685-be1f-d57550cc96cc" xsi:nil="true"/>
    <SubmitterId xmlns="4873beb7-5857-4685-be1f-d57550cc96cc" xsi:nil="true"/>
    <EditorialTags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TP102804893</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725212</LocLastLocAttemptVersionLookup>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TaxCatchAll xmlns="4873beb7-5857-4685-be1f-d57550cc96cc"/>
    <Markets xmlns="4873beb7-5857-4685-be1f-d57550cc96cc"/>
    <UAProjectedTotalWords xmlns="4873beb7-5857-4685-be1f-d57550cc96cc" xsi:nil="true"/>
    <IntlLangReview xmlns="4873beb7-5857-4685-be1f-d57550cc96cc">false</IntlLangReview>
    <OutputCachingOn xmlns="4873beb7-5857-4685-be1f-d57550cc96cc">false</OutputCachingOn>
    <AverageRating xmlns="4873beb7-5857-4685-be1f-d57550cc96cc" xsi:nil="true"/>
    <APAuthor xmlns="4873beb7-5857-4685-be1f-d57550cc96cc">
      <UserInfo>
        <DisplayName>REDMOND\v-vaddu</DisplayName>
        <AccountId>2567</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OriginalRelease xmlns="4873beb7-5857-4685-be1f-d57550cc96cc">14</OriginalRelease>
    <TPLaunchHelpLinkType xmlns="4873beb7-5857-4685-be1f-d57550cc96cc">Template</TPLaunchHelpLinkType>
    <LocalizationTagsTaxHTField0 xmlns="4873beb7-5857-4685-be1f-d57550cc96cc">
      <Terms xmlns="http://schemas.microsoft.com/office/infopath/2007/PartnerControls"/>
    </LocalizationTagsTaxHTField0>
    <LocMarketGroupTiers2 xmlns="4873beb7-5857-4685-be1f-d57550cc96cc" xsi:nil="true"/>
  </documentManagement>
</p:properties>
</file>

<file path=customXml/itemProps1.xml><?xml version="1.0" encoding="utf-8"?>
<ds:datastoreItem xmlns:ds="http://schemas.openxmlformats.org/officeDocument/2006/customXml" ds:itemID="{41BC18E0-614B-4152-A3EE-8AA2B60C721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A765CE0-A8A0-42E0-82D2-3F870DB4D5F7}">
  <ds:schemaRefs>
    <ds:schemaRef ds:uri="http://schemas.microsoft.com/sharepoint/v3/contenttype/forms"/>
  </ds:schemaRefs>
</ds:datastoreItem>
</file>

<file path=customXml/itemProps3.xml><?xml version="1.0" encoding="utf-8"?>
<ds:datastoreItem xmlns:ds="http://schemas.openxmlformats.org/officeDocument/2006/customXml" ds:itemID="{45076977-ECB7-44C2-A70D-853BB6B41242}">
  <ds:schemaRef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purl.org/dc/terms/"/>
    <ds:schemaRef ds:uri="4873beb7-5857-4685-be1f-d57550cc96cc"/>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Presentación de líneas circulares rojas (pantalla panorámica)</Template>
  <TotalTime>141</TotalTime>
  <Words>188</Words>
  <Application>Microsoft Office PowerPoint</Application>
  <PresentationFormat>Personalizado</PresentationFormat>
  <Paragraphs>29</Paragraphs>
  <Slides>7</Slides>
  <Notes>7</Notes>
  <HiddenSlides>0</HiddenSlides>
  <MMClips>7</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7</vt:i4>
      </vt:variant>
    </vt:vector>
  </HeadingPairs>
  <TitlesOfParts>
    <vt:vector size="11" baseType="lpstr">
      <vt:lpstr>Arial</vt:lpstr>
      <vt:lpstr>Calibri</vt:lpstr>
      <vt:lpstr>Cambria</vt:lpstr>
      <vt:lpstr>Radial rojo 16x9</vt:lpstr>
      <vt:lpstr>PREDICCIÓN DE LA CALIDAD DEL VINO CON MACHINE LEARNING/ Predicting Wine Quality with Machine Learning</vt:lpstr>
      <vt:lpstr>Introducción / introduction</vt:lpstr>
      <vt:lpstr>Problema de negocio / Business problem</vt:lpstr>
      <vt:lpstr>Datos / DATA</vt:lpstr>
      <vt:lpstr>Problema Técnico /  TECHNICAL PROBLEM</vt:lpstr>
      <vt:lpstr>RESULTADOS / RESULTS</vt:lpstr>
      <vt:lpstr>CONCLUSIONES / 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Angela Rodríguez Escabias</dc:creator>
  <cp:lastModifiedBy>Angela Rodríguez Escabias</cp:lastModifiedBy>
  <cp:revision>4</cp:revision>
  <dcterms:created xsi:type="dcterms:W3CDTF">2025-04-03T18:56:22Z</dcterms:created>
  <dcterms:modified xsi:type="dcterms:W3CDTF">2025-05-26T15:30:33Z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